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21945600" cx="32918400"/>
  <p:notesSz cx="6858000" cy="9144000"/>
  <p:embeddedFontLst>
    <p:embeddedFont>
      <p:font typeface="Proxima Nova"/>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912">
          <p15:clr>
            <a:srgbClr val="747775"/>
          </p15:clr>
        </p15:guide>
        <p15:guide id="2" pos="10368">
          <p15:clr>
            <a:srgbClr val="747775"/>
          </p15:clr>
        </p15:guide>
      </p15:sldGuideLst>
    </p:ext>
    <p:ext uri="GoogleSlidesCustomDataVersion2">
      <go:slidesCustomData xmlns:go="http://customooxmlschemas.google.com/" r:id="rId11" roundtripDataSignature="AMtx7mhyCTedlXkCsS/lSAutbD8nckJH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912" orient="horz"/>
        <p:guide pos="103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customschemas.google.com/relationships/presentationmetadata" Target="metadata"/><Relationship Id="rId10" Type="http://schemas.openxmlformats.org/officeDocument/2006/relationships/font" Target="fonts/ProximaNova-boldItalic.fntdata"/><Relationship Id="rId9" Type="http://schemas.openxmlformats.org/officeDocument/2006/relationships/font" Target="fonts/ProximaNova-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ProximaNova-regular.fntdata"/><Relationship Id="rId8" Type="http://schemas.openxmlformats.org/officeDocument/2006/relationships/font" Target="fonts/ProximaNova-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685797" y="4343394"/>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 name="Google Shape;52;p1:notes"/>
          <p:cNvSpPr/>
          <p:nvPr>
            <p:ph idx="2" type="sldImg"/>
          </p:nvPr>
        </p:nvSpPr>
        <p:spPr>
          <a:xfrm>
            <a:off x="1143224" y="685796"/>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3"/>
          <p:cNvSpPr txBox="1"/>
          <p:nvPr>
            <p:ph idx="12" type="sldNum"/>
          </p:nvPr>
        </p:nvSpPr>
        <p:spPr>
          <a:xfrm>
            <a:off x="30500848" y="19896392"/>
            <a:ext cx="1975200" cy="1679400"/>
          </a:xfrm>
          <a:prstGeom prst="rect">
            <a:avLst/>
          </a:prstGeom>
          <a:noFill/>
          <a:ln>
            <a:noFill/>
          </a:ln>
        </p:spPr>
        <p:txBody>
          <a:bodyPr anchorCtr="0" anchor="ctr" bIns="349450" lIns="349450" spcFirstLastPara="1" rIns="349450" wrap="square" tIns="349450">
            <a:normAutofit/>
          </a:bodyPr>
          <a:lstStyle>
            <a:lvl1pPr indent="0" lvl="0"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
          <p:cNvSpPr txBox="1"/>
          <p:nvPr>
            <p:ph type="ctrTitle"/>
          </p:nvPr>
        </p:nvSpPr>
        <p:spPr>
          <a:xfrm>
            <a:off x="1122150" y="3176853"/>
            <a:ext cx="30674100" cy="8757900"/>
          </a:xfrm>
          <a:prstGeom prst="rect">
            <a:avLst/>
          </a:prstGeom>
          <a:noFill/>
          <a:ln>
            <a:noFill/>
          </a:ln>
        </p:spPr>
        <p:txBody>
          <a:bodyPr anchorCtr="0" anchor="b" bIns="349450" lIns="349450" spcFirstLastPara="1" rIns="349450" wrap="square" tIns="349450">
            <a:normAutofit/>
          </a:bodyPr>
          <a:lstStyle>
            <a:lvl1pPr lvl="0" algn="ctr">
              <a:lnSpc>
                <a:spcPct val="100000"/>
              </a:lnSpc>
              <a:spcBef>
                <a:spcPts val="0"/>
              </a:spcBef>
              <a:spcAft>
                <a:spcPts val="0"/>
              </a:spcAft>
              <a:buSzPts val="19900"/>
              <a:buNone/>
              <a:defRPr sz="19900"/>
            </a:lvl1pPr>
            <a:lvl2pPr lvl="1" algn="ctr">
              <a:lnSpc>
                <a:spcPct val="100000"/>
              </a:lnSpc>
              <a:spcBef>
                <a:spcPts val="0"/>
              </a:spcBef>
              <a:spcAft>
                <a:spcPts val="0"/>
              </a:spcAft>
              <a:buSzPts val="19900"/>
              <a:buNone/>
              <a:defRPr sz="19900"/>
            </a:lvl2pPr>
            <a:lvl3pPr lvl="2" algn="ctr">
              <a:lnSpc>
                <a:spcPct val="100000"/>
              </a:lnSpc>
              <a:spcBef>
                <a:spcPts val="0"/>
              </a:spcBef>
              <a:spcAft>
                <a:spcPts val="0"/>
              </a:spcAft>
              <a:buSzPts val="19900"/>
              <a:buNone/>
              <a:defRPr sz="19900"/>
            </a:lvl3pPr>
            <a:lvl4pPr lvl="3" algn="ctr">
              <a:lnSpc>
                <a:spcPct val="100000"/>
              </a:lnSpc>
              <a:spcBef>
                <a:spcPts val="0"/>
              </a:spcBef>
              <a:spcAft>
                <a:spcPts val="0"/>
              </a:spcAft>
              <a:buSzPts val="19900"/>
              <a:buNone/>
              <a:defRPr sz="19900"/>
            </a:lvl4pPr>
            <a:lvl5pPr lvl="4" algn="ctr">
              <a:lnSpc>
                <a:spcPct val="100000"/>
              </a:lnSpc>
              <a:spcBef>
                <a:spcPts val="0"/>
              </a:spcBef>
              <a:spcAft>
                <a:spcPts val="0"/>
              </a:spcAft>
              <a:buSzPts val="19900"/>
              <a:buNone/>
              <a:defRPr sz="19900"/>
            </a:lvl5pPr>
            <a:lvl6pPr lvl="5" algn="ctr">
              <a:lnSpc>
                <a:spcPct val="100000"/>
              </a:lnSpc>
              <a:spcBef>
                <a:spcPts val="0"/>
              </a:spcBef>
              <a:spcAft>
                <a:spcPts val="0"/>
              </a:spcAft>
              <a:buSzPts val="19900"/>
              <a:buNone/>
              <a:defRPr sz="19900"/>
            </a:lvl6pPr>
            <a:lvl7pPr lvl="6" algn="ctr">
              <a:lnSpc>
                <a:spcPct val="100000"/>
              </a:lnSpc>
              <a:spcBef>
                <a:spcPts val="0"/>
              </a:spcBef>
              <a:spcAft>
                <a:spcPts val="0"/>
              </a:spcAft>
              <a:buSzPts val="19900"/>
              <a:buNone/>
              <a:defRPr sz="19900"/>
            </a:lvl7pPr>
            <a:lvl8pPr lvl="7" algn="ctr">
              <a:lnSpc>
                <a:spcPct val="100000"/>
              </a:lnSpc>
              <a:spcBef>
                <a:spcPts val="0"/>
              </a:spcBef>
              <a:spcAft>
                <a:spcPts val="0"/>
              </a:spcAft>
              <a:buSzPts val="19900"/>
              <a:buNone/>
              <a:defRPr sz="19900"/>
            </a:lvl8pPr>
            <a:lvl9pPr lvl="8" algn="ctr">
              <a:lnSpc>
                <a:spcPct val="100000"/>
              </a:lnSpc>
              <a:spcBef>
                <a:spcPts val="0"/>
              </a:spcBef>
              <a:spcAft>
                <a:spcPts val="0"/>
              </a:spcAft>
              <a:buSzPts val="19900"/>
              <a:buNone/>
              <a:defRPr sz="19900"/>
            </a:lvl9pPr>
          </a:lstStyle>
          <a:p/>
        </p:txBody>
      </p:sp>
      <p:sp>
        <p:nvSpPr>
          <p:cNvPr id="13" name="Google Shape;13;p4"/>
          <p:cNvSpPr txBox="1"/>
          <p:nvPr>
            <p:ph idx="1" type="subTitle"/>
          </p:nvPr>
        </p:nvSpPr>
        <p:spPr>
          <a:xfrm>
            <a:off x="1122120" y="12092267"/>
            <a:ext cx="30674100" cy="3381900"/>
          </a:xfrm>
          <a:prstGeom prst="rect">
            <a:avLst/>
          </a:prstGeom>
          <a:noFill/>
          <a:ln>
            <a:noFill/>
          </a:ln>
        </p:spPr>
        <p:txBody>
          <a:bodyPr anchorCtr="0" anchor="t" bIns="349450" lIns="349450" spcFirstLastPara="1" rIns="349450" wrap="square" tIns="349450">
            <a:normAutofit/>
          </a:bodyPr>
          <a:lstStyle>
            <a:lvl1pPr lvl="0" algn="ctr">
              <a:lnSpc>
                <a:spcPct val="100000"/>
              </a:lnSpc>
              <a:spcBef>
                <a:spcPts val="0"/>
              </a:spcBef>
              <a:spcAft>
                <a:spcPts val="0"/>
              </a:spcAft>
              <a:buSzPts val="10700"/>
              <a:buNone/>
              <a:defRPr sz="10700"/>
            </a:lvl1pPr>
            <a:lvl2pPr lvl="1" algn="ctr">
              <a:lnSpc>
                <a:spcPct val="100000"/>
              </a:lnSpc>
              <a:spcBef>
                <a:spcPts val="0"/>
              </a:spcBef>
              <a:spcAft>
                <a:spcPts val="0"/>
              </a:spcAft>
              <a:buSzPts val="10700"/>
              <a:buNone/>
              <a:defRPr sz="10700"/>
            </a:lvl2pPr>
            <a:lvl3pPr lvl="2" algn="ctr">
              <a:lnSpc>
                <a:spcPct val="100000"/>
              </a:lnSpc>
              <a:spcBef>
                <a:spcPts val="0"/>
              </a:spcBef>
              <a:spcAft>
                <a:spcPts val="0"/>
              </a:spcAft>
              <a:buSzPts val="10700"/>
              <a:buNone/>
              <a:defRPr sz="10700"/>
            </a:lvl3pPr>
            <a:lvl4pPr lvl="3" algn="ctr">
              <a:lnSpc>
                <a:spcPct val="100000"/>
              </a:lnSpc>
              <a:spcBef>
                <a:spcPts val="0"/>
              </a:spcBef>
              <a:spcAft>
                <a:spcPts val="0"/>
              </a:spcAft>
              <a:buSzPts val="10700"/>
              <a:buNone/>
              <a:defRPr sz="10700"/>
            </a:lvl4pPr>
            <a:lvl5pPr lvl="4" algn="ctr">
              <a:lnSpc>
                <a:spcPct val="100000"/>
              </a:lnSpc>
              <a:spcBef>
                <a:spcPts val="0"/>
              </a:spcBef>
              <a:spcAft>
                <a:spcPts val="0"/>
              </a:spcAft>
              <a:buSzPts val="10700"/>
              <a:buNone/>
              <a:defRPr sz="10700"/>
            </a:lvl5pPr>
            <a:lvl6pPr lvl="5" algn="ctr">
              <a:lnSpc>
                <a:spcPct val="100000"/>
              </a:lnSpc>
              <a:spcBef>
                <a:spcPts val="0"/>
              </a:spcBef>
              <a:spcAft>
                <a:spcPts val="0"/>
              </a:spcAft>
              <a:buSzPts val="10700"/>
              <a:buNone/>
              <a:defRPr sz="10700"/>
            </a:lvl6pPr>
            <a:lvl7pPr lvl="6" algn="ctr">
              <a:lnSpc>
                <a:spcPct val="100000"/>
              </a:lnSpc>
              <a:spcBef>
                <a:spcPts val="0"/>
              </a:spcBef>
              <a:spcAft>
                <a:spcPts val="0"/>
              </a:spcAft>
              <a:buSzPts val="10700"/>
              <a:buNone/>
              <a:defRPr sz="10700"/>
            </a:lvl7pPr>
            <a:lvl8pPr lvl="7" algn="ctr">
              <a:lnSpc>
                <a:spcPct val="100000"/>
              </a:lnSpc>
              <a:spcBef>
                <a:spcPts val="0"/>
              </a:spcBef>
              <a:spcAft>
                <a:spcPts val="0"/>
              </a:spcAft>
              <a:buSzPts val="10700"/>
              <a:buNone/>
              <a:defRPr sz="10700"/>
            </a:lvl8pPr>
            <a:lvl9pPr lvl="8" algn="ctr">
              <a:lnSpc>
                <a:spcPct val="100000"/>
              </a:lnSpc>
              <a:spcBef>
                <a:spcPts val="0"/>
              </a:spcBef>
              <a:spcAft>
                <a:spcPts val="0"/>
              </a:spcAft>
              <a:buSzPts val="10700"/>
              <a:buNone/>
              <a:defRPr sz="10700"/>
            </a:lvl9pPr>
          </a:lstStyle>
          <a:p/>
        </p:txBody>
      </p:sp>
      <p:sp>
        <p:nvSpPr>
          <p:cNvPr id="14" name="Google Shape;14;p4"/>
          <p:cNvSpPr txBox="1"/>
          <p:nvPr>
            <p:ph idx="12" type="sldNum"/>
          </p:nvPr>
        </p:nvSpPr>
        <p:spPr>
          <a:xfrm>
            <a:off x="30500848" y="19896392"/>
            <a:ext cx="1975200" cy="1679400"/>
          </a:xfrm>
          <a:prstGeom prst="rect">
            <a:avLst/>
          </a:prstGeom>
          <a:noFill/>
          <a:ln>
            <a:noFill/>
          </a:ln>
        </p:spPr>
        <p:txBody>
          <a:bodyPr anchorCtr="0" anchor="ctr" bIns="349450" lIns="349450" spcFirstLastPara="1" rIns="349450" wrap="square" tIns="349450">
            <a:normAutofit/>
          </a:bodyPr>
          <a:lstStyle>
            <a:lvl1pPr indent="0" lvl="0"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5"/>
          <p:cNvSpPr txBox="1"/>
          <p:nvPr>
            <p:ph type="title"/>
          </p:nvPr>
        </p:nvSpPr>
        <p:spPr>
          <a:xfrm>
            <a:off x="1122120" y="9176960"/>
            <a:ext cx="30674100" cy="3591600"/>
          </a:xfrm>
          <a:prstGeom prst="rect">
            <a:avLst/>
          </a:prstGeom>
          <a:noFill/>
          <a:ln>
            <a:noFill/>
          </a:ln>
        </p:spPr>
        <p:txBody>
          <a:bodyPr anchorCtr="0" anchor="ctr" bIns="349450" lIns="349450" spcFirstLastPara="1" rIns="349450" wrap="square" tIns="349450">
            <a:normAutofit/>
          </a:bodyPr>
          <a:lstStyle>
            <a:lvl1pPr lvl="0" algn="ctr">
              <a:lnSpc>
                <a:spcPct val="100000"/>
              </a:lnSpc>
              <a:spcBef>
                <a:spcPts val="0"/>
              </a:spcBef>
              <a:spcAft>
                <a:spcPts val="0"/>
              </a:spcAft>
              <a:buSzPts val="13800"/>
              <a:buNone/>
              <a:defRPr sz="13800"/>
            </a:lvl1pPr>
            <a:lvl2pPr lvl="1" algn="ctr">
              <a:lnSpc>
                <a:spcPct val="100000"/>
              </a:lnSpc>
              <a:spcBef>
                <a:spcPts val="0"/>
              </a:spcBef>
              <a:spcAft>
                <a:spcPts val="0"/>
              </a:spcAft>
              <a:buSzPts val="13800"/>
              <a:buNone/>
              <a:defRPr sz="13800"/>
            </a:lvl2pPr>
            <a:lvl3pPr lvl="2" algn="ctr">
              <a:lnSpc>
                <a:spcPct val="100000"/>
              </a:lnSpc>
              <a:spcBef>
                <a:spcPts val="0"/>
              </a:spcBef>
              <a:spcAft>
                <a:spcPts val="0"/>
              </a:spcAft>
              <a:buSzPts val="13800"/>
              <a:buNone/>
              <a:defRPr sz="13800"/>
            </a:lvl3pPr>
            <a:lvl4pPr lvl="3" algn="ctr">
              <a:lnSpc>
                <a:spcPct val="100000"/>
              </a:lnSpc>
              <a:spcBef>
                <a:spcPts val="0"/>
              </a:spcBef>
              <a:spcAft>
                <a:spcPts val="0"/>
              </a:spcAft>
              <a:buSzPts val="13800"/>
              <a:buNone/>
              <a:defRPr sz="13800"/>
            </a:lvl4pPr>
            <a:lvl5pPr lvl="4" algn="ctr">
              <a:lnSpc>
                <a:spcPct val="100000"/>
              </a:lnSpc>
              <a:spcBef>
                <a:spcPts val="0"/>
              </a:spcBef>
              <a:spcAft>
                <a:spcPts val="0"/>
              </a:spcAft>
              <a:buSzPts val="13800"/>
              <a:buNone/>
              <a:defRPr sz="13800"/>
            </a:lvl5pPr>
            <a:lvl6pPr lvl="5" algn="ctr">
              <a:lnSpc>
                <a:spcPct val="100000"/>
              </a:lnSpc>
              <a:spcBef>
                <a:spcPts val="0"/>
              </a:spcBef>
              <a:spcAft>
                <a:spcPts val="0"/>
              </a:spcAft>
              <a:buSzPts val="13800"/>
              <a:buNone/>
              <a:defRPr sz="13800"/>
            </a:lvl6pPr>
            <a:lvl7pPr lvl="6" algn="ctr">
              <a:lnSpc>
                <a:spcPct val="100000"/>
              </a:lnSpc>
              <a:spcBef>
                <a:spcPts val="0"/>
              </a:spcBef>
              <a:spcAft>
                <a:spcPts val="0"/>
              </a:spcAft>
              <a:buSzPts val="13800"/>
              <a:buNone/>
              <a:defRPr sz="13800"/>
            </a:lvl7pPr>
            <a:lvl8pPr lvl="7" algn="ctr">
              <a:lnSpc>
                <a:spcPct val="100000"/>
              </a:lnSpc>
              <a:spcBef>
                <a:spcPts val="0"/>
              </a:spcBef>
              <a:spcAft>
                <a:spcPts val="0"/>
              </a:spcAft>
              <a:buSzPts val="13800"/>
              <a:buNone/>
              <a:defRPr sz="13800"/>
            </a:lvl8pPr>
            <a:lvl9pPr lvl="8" algn="ctr">
              <a:lnSpc>
                <a:spcPct val="100000"/>
              </a:lnSpc>
              <a:spcBef>
                <a:spcPts val="0"/>
              </a:spcBef>
              <a:spcAft>
                <a:spcPts val="0"/>
              </a:spcAft>
              <a:buSzPts val="13800"/>
              <a:buNone/>
              <a:defRPr sz="13800"/>
            </a:lvl9pPr>
          </a:lstStyle>
          <a:p/>
        </p:txBody>
      </p:sp>
      <p:sp>
        <p:nvSpPr>
          <p:cNvPr id="17" name="Google Shape;17;p5"/>
          <p:cNvSpPr txBox="1"/>
          <p:nvPr>
            <p:ph idx="12" type="sldNum"/>
          </p:nvPr>
        </p:nvSpPr>
        <p:spPr>
          <a:xfrm>
            <a:off x="30500848" y="19896392"/>
            <a:ext cx="1975200" cy="1679400"/>
          </a:xfrm>
          <a:prstGeom prst="rect">
            <a:avLst/>
          </a:prstGeom>
          <a:noFill/>
          <a:ln>
            <a:noFill/>
          </a:ln>
        </p:spPr>
        <p:txBody>
          <a:bodyPr anchorCtr="0" anchor="ctr" bIns="349450" lIns="349450" spcFirstLastPara="1" rIns="349450" wrap="square" tIns="349450">
            <a:normAutofit/>
          </a:bodyPr>
          <a:lstStyle>
            <a:lvl1pPr indent="0" lvl="0"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6"/>
          <p:cNvSpPr txBox="1"/>
          <p:nvPr>
            <p:ph type="title"/>
          </p:nvPr>
        </p:nvSpPr>
        <p:spPr>
          <a:xfrm>
            <a:off x="1122120" y="1898773"/>
            <a:ext cx="30674100" cy="2443500"/>
          </a:xfrm>
          <a:prstGeom prst="rect">
            <a:avLst/>
          </a:prstGeom>
          <a:noFill/>
          <a:ln>
            <a:noFill/>
          </a:ln>
        </p:spPr>
        <p:txBody>
          <a:bodyPr anchorCtr="0" anchor="t" bIns="349450" lIns="349450" spcFirstLastPara="1" rIns="349450" wrap="square" tIns="349450">
            <a:normAutofit/>
          </a:bodyPr>
          <a:lstStyle>
            <a:lvl1pPr lvl="0" algn="l">
              <a:lnSpc>
                <a:spcPct val="100000"/>
              </a:lnSpc>
              <a:spcBef>
                <a:spcPts val="0"/>
              </a:spcBef>
              <a:spcAft>
                <a:spcPts val="0"/>
              </a:spcAft>
              <a:buSzPts val="10700"/>
              <a:buNone/>
              <a:defRPr/>
            </a:lvl1pPr>
            <a:lvl2pPr lvl="1" algn="l">
              <a:lnSpc>
                <a:spcPct val="100000"/>
              </a:lnSpc>
              <a:spcBef>
                <a:spcPts val="0"/>
              </a:spcBef>
              <a:spcAft>
                <a:spcPts val="0"/>
              </a:spcAft>
              <a:buSzPts val="10700"/>
              <a:buNone/>
              <a:defRPr/>
            </a:lvl2pPr>
            <a:lvl3pPr lvl="2" algn="l">
              <a:lnSpc>
                <a:spcPct val="100000"/>
              </a:lnSpc>
              <a:spcBef>
                <a:spcPts val="0"/>
              </a:spcBef>
              <a:spcAft>
                <a:spcPts val="0"/>
              </a:spcAft>
              <a:buSzPts val="10700"/>
              <a:buNone/>
              <a:defRPr/>
            </a:lvl3pPr>
            <a:lvl4pPr lvl="3" algn="l">
              <a:lnSpc>
                <a:spcPct val="100000"/>
              </a:lnSpc>
              <a:spcBef>
                <a:spcPts val="0"/>
              </a:spcBef>
              <a:spcAft>
                <a:spcPts val="0"/>
              </a:spcAft>
              <a:buSzPts val="10700"/>
              <a:buNone/>
              <a:defRPr/>
            </a:lvl4pPr>
            <a:lvl5pPr lvl="4" algn="l">
              <a:lnSpc>
                <a:spcPct val="100000"/>
              </a:lnSpc>
              <a:spcBef>
                <a:spcPts val="0"/>
              </a:spcBef>
              <a:spcAft>
                <a:spcPts val="0"/>
              </a:spcAft>
              <a:buSzPts val="10700"/>
              <a:buNone/>
              <a:defRPr/>
            </a:lvl5pPr>
            <a:lvl6pPr lvl="5" algn="l">
              <a:lnSpc>
                <a:spcPct val="100000"/>
              </a:lnSpc>
              <a:spcBef>
                <a:spcPts val="0"/>
              </a:spcBef>
              <a:spcAft>
                <a:spcPts val="0"/>
              </a:spcAft>
              <a:buSzPts val="10700"/>
              <a:buNone/>
              <a:defRPr/>
            </a:lvl6pPr>
            <a:lvl7pPr lvl="6" algn="l">
              <a:lnSpc>
                <a:spcPct val="100000"/>
              </a:lnSpc>
              <a:spcBef>
                <a:spcPts val="0"/>
              </a:spcBef>
              <a:spcAft>
                <a:spcPts val="0"/>
              </a:spcAft>
              <a:buSzPts val="10700"/>
              <a:buNone/>
              <a:defRPr/>
            </a:lvl7pPr>
            <a:lvl8pPr lvl="7" algn="l">
              <a:lnSpc>
                <a:spcPct val="100000"/>
              </a:lnSpc>
              <a:spcBef>
                <a:spcPts val="0"/>
              </a:spcBef>
              <a:spcAft>
                <a:spcPts val="0"/>
              </a:spcAft>
              <a:buSzPts val="10700"/>
              <a:buNone/>
              <a:defRPr/>
            </a:lvl8pPr>
            <a:lvl9pPr lvl="8" algn="l">
              <a:lnSpc>
                <a:spcPct val="100000"/>
              </a:lnSpc>
              <a:spcBef>
                <a:spcPts val="0"/>
              </a:spcBef>
              <a:spcAft>
                <a:spcPts val="0"/>
              </a:spcAft>
              <a:buSzPts val="10700"/>
              <a:buNone/>
              <a:defRPr/>
            </a:lvl9pPr>
          </a:lstStyle>
          <a:p/>
        </p:txBody>
      </p:sp>
      <p:sp>
        <p:nvSpPr>
          <p:cNvPr id="20" name="Google Shape;20;p6"/>
          <p:cNvSpPr txBox="1"/>
          <p:nvPr>
            <p:ph idx="1" type="body"/>
          </p:nvPr>
        </p:nvSpPr>
        <p:spPr>
          <a:xfrm>
            <a:off x="1122120" y="4917227"/>
            <a:ext cx="30674100" cy="14576700"/>
          </a:xfrm>
          <a:prstGeom prst="rect">
            <a:avLst/>
          </a:prstGeom>
          <a:noFill/>
          <a:ln>
            <a:noFill/>
          </a:ln>
        </p:spPr>
        <p:txBody>
          <a:bodyPr anchorCtr="0" anchor="t" bIns="349450" lIns="349450" spcFirstLastPara="1" rIns="349450" wrap="square" tIns="349450">
            <a:normAutofit/>
          </a:bodyPr>
          <a:lstStyle>
            <a:lvl1pPr indent="-666750" lvl="0" marL="457200" algn="l">
              <a:lnSpc>
                <a:spcPct val="115000"/>
              </a:lnSpc>
              <a:spcBef>
                <a:spcPts val="0"/>
              </a:spcBef>
              <a:spcAft>
                <a:spcPts val="0"/>
              </a:spcAft>
              <a:buSzPts val="6900"/>
              <a:buChar char="●"/>
              <a:defRPr/>
            </a:lvl1pPr>
            <a:lvl2pPr indent="-571500" lvl="1" marL="914400" algn="l">
              <a:lnSpc>
                <a:spcPct val="115000"/>
              </a:lnSpc>
              <a:spcBef>
                <a:spcPts val="0"/>
              </a:spcBef>
              <a:spcAft>
                <a:spcPts val="0"/>
              </a:spcAft>
              <a:buSzPts val="5400"/>
              <a:buChar char="○"/>
              <a:defRPr/>
            </a:lvl2pPr>
            <a:lvl3pPr indent="-571500" lvl="2" marL="1371600" algn="l">
              <a:lnSpc>
                <a:spcPct val="115000"/>
              </a:lnSpc>
              <a:spcBef>
                <a:spcPts val="0"/>
              </a:spcBef>
              <a:spcAft>
                <a:spcPts val="0"/>
              </a:spcAft>
              <a:buSzPts val="5400"/>
              <a:buChar char="■"/>
              <a:defRPr/>
            </a:lvl3pPr>
            <a:lvl4pPr indent="-571500" lvl="3" marL="1828800" algn="l">
              <a:lnSpc>
                <a:spcPct val="115000"/>
              </a:lnSpc>
              <a:spcBef>
                <a:spcPts val="0"/>
              </a:spcBef>
              <a:spcAft>
                <a:spcPts val="0"/>
              </a:spcAft>
              <a:buSzPts val="5400"/>
              <a:buChar char="●"/>
              <a:defRPr/>
            </a:lvl4pPr>
            <a:lvl5pPr indent="-571500" lvl="4" marL="2286000" algn="l">
              <a:lnSpc>
                <a:spcPct val="115000"/>
              </a:lnSpc>
              <a:spcBef>
                <a:spcPts val="0"/>
              </a:spcBef>
              <a:spcAft>
                <a:spcPts val="0"/>
              </a:spcAft>
              <a:buSzPts val="5400"/>
              <a:buChar char="○"/>
              <a:defRPr/>
            </a:lvl5pPr>
            <a:lvl6pPr indent="-571500" lvl="5" marL="2743200" algn="l">
              <a:lnSpc>
                <a:spcPct val="115000"/>
              </a:lnSpc>
              <a:spcBef>
                <a:spcPts val="0"/>
              </a:spcBef>
              <a:spcAft>
                <a:spcPts val="0"/>
              </a:spcAft>
              <a:buSzPts val="5400"/>
              <a:buChar char="■"/>
              <a:defRPr/>
            </a:lvl6pPr>
            <a:lvl7pPr indent="-571500" lvl="6" marL="3200400" algn="l">
              <a:lnSpc>
                <a:spcPct val="115000"/>
              </a:lnSpc>
              <a:spcBef>
                <a:spcPts val="0"/>
              </a:spcBef>
              <a:spcAft>
                <a:spcPts val="0"/>
              </a:spcAft>
              <a:buSzPts val="5400"/>
              <a:buChar char="●"/>
              <a:defRPr/>
            </a:lvl7pPr>
            <a:lvl8pPr indent="-571500" lvl="7" marL="3657600" algn="l">
              <a:lnSpc>
                <a:spcPct val="115000"/>
              </a:lnSpc>
              <a:spcBef>
                <a:spcPts val="0"/>
              </a:spcBef>
              <a:spcAft>
                <a:spcPts val="0"/>
              </a:spcAft>
              <a:buSzPts val="5400"/>
              <a:buChar char="○"/>
              <a:defRPr/>
            </a:lvl8pPr>
            <a:lvl9pPr indent="-571500" lvl="8" marL="4114800" algn="l">
              <a:lnSpc>
                <a:spcPct val="115000"/>
              </a:lnSpc>
              <a:spcBef>
                <a:spcPts val="0"/>
              </a:spcBef>
              <a:spcAft>
                <a:spcPts val="0"/>
              </a:spcAft>
              <a:buSzPts val="5400"/>
              <a:buChar char="■"/>
              <a:defRPr/>
            </a:lvl9pPr>
          </a:lstStyle>
          <a:p/>
        </p:txBody>
      </p:sp>
      <p:sp>
        <p:nvSpPr>
          <p:cNvPr id="21" name="Google Shape;21;p6"/>
          <p:cNvSpPr txBox="1"/>
          <p:nvPr>
            <p:ph idx="12" type="sldNum"/>
          </p:nvPr>
        </p:nvSpPr>
        <p:spPr>
          <a:xfrm>
            <a:off x="30500848" y="19896392"/>
            <a:ext cx="1975200" cy="1679400"/>
          </a:xfrm>
          <a:prstGeom prst="rect">
            <a:avLst/>
          </a:prstGeom>
          <a:noFill/>
          <a:ln>
            <a:noFill/>
          </a:ln>
        </p:spPr>
        <p:txBody>
          <a:bodyPr anchorCtr="0" anchor="ctr" bIns="349450" lIns="349450" spcFirstLastPara="1" rIns="349450" wrap="square" tIns="349450">
            <a:normAutofit/>
          </a:bodyPr>
          <a:lstStyle>
            <a:lvl1pPr indent="0" lvl="0"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7"/>
          <p:cNvSpPr txBox="1"/>
          <p:nvPr>
            <p:ph type="title"/>
          </p:nvPr>
        </p:nvSpPr>
        <p:spPr>
          <a:xfrm>
            <a:off x="1122120" y="1898773"/>
            <a:ext cx="30674100" cy="2443500"/>
          </a:xfrm>
          <a:prstGeom prst="rect">
            <a:avLst/>
          </a:prstGeom>
          <a:noFill/>
          <a:ln>
            <a:noFill/>
          </a:ln>
        </p:spPr>
        <p:txBody>
          <a:bodyPr anchorCtr="0" anchor="t" bIns="349450" lIns="349450" spcFirstLastPara="1" rIns="349450" wrap="square" tIns="349450">
            <a:normAutofit/>
          </a:bodyPr>
          <a:lstStyle>
            <a:lvl1pPr lvl="0" algn="l">
              <a:lnSpc>
                <a:spcPct val="100000"/>
              </a:lnSpc>
              <a:spcBef>
                <a:spcPts val="0"/>
              </a:spcBef>
              <a:spcAft>
                <a:spcPts val="0"/>
              </a:spcAft>
              <a:buSzPts val="10700"/>
              <a:buNone/>
              <a:defRPr/>
            </a:lvl1pPr>
            <a:lvl2pPr lvl="1" algn="l">
              <a:lnSpc>
                <a:spcPct val="100000"/>
              </a:lnSpc>
              <a:spcBef>
                <a:spcPts val="0"/>
              </a:spcBef>
              <a:spcAft>
                <a:spcPts val="0"/>
              </a:spcAft>
              <a:buSzPts val="10700"/>
              <a:buNone/>
              <a:defRPr/>
            </a:lvl2pPr>
            <a:lvl3pPr lvl="2" algn="l">
              <a:lnSpc>
                <a:spcPct val="100000"/>
              </a:lnSpc>
              <a:spcBef>
                <a:spcPts val="0"/>
              </a:spcBef>
              <a:spcAft>
                <a:spcPts val="0"/>
              </a:spcAft>
              <a:buSzPts val="10700"/>
              <a:buNone/>
              <a:defRPr/>
            </a:lvl3pPr>
            <a:lvl4pPr lvl="3" algn="l">
              <a:lnSpc>
                <a:spcPct val="100000"/>
              </a:lnSpc>
              <a:spcBef>
                <a:spcPts val="0"/>
              </a:spcBef>
              <a:spcAft>
                <a:spcPts val="0"/>
              </a:spcAft>
              <a:buSzPts val="10700"/>
              <a:buNone/>
              <a:defRPr/>
            </a:lvl4pPr>
            <a:lvl5pPr lvl="4" algn="l">
              <a:lnSpc>
                <a:spcPct val="100000"/>
              </a:lnSpc>
              <a:spcBef>
                <a:spcPts val="0"/>
              </a:spcBef>
              <a:spcAft>
                <a:spcPts val="0"/>
              </a:spcAft>
              <a:buSzPts val="10700"/>
              <a:buNone/>
              <a:defRPr/>
            </a:lvl5pPr>
            <a:lvl6pPr lvl="5" algn="l">
              <a:lnSpc>
                <a:spcPct val="100000"/>
              </a:lnSpc>
              <a:spcBef>
                <a:spcPts val="0"/>
              </a:spcBef>
              <a:spcAft>
                <a:spcPts val="0"/>
              </a:spcAft>
              <a:buSzPts val="10700"/>
              <a:buNone/>
              <a:defRPr/>
            </a:lvl6pPr>
            <a:lvl7pPr lvl="6" algn="l">
              <a:lnSpc>
                <a:spcPct val="100000"/>
              </a:lnSpc>
              <a:spcBef>
                <a:spcPts val="0"/>
              </a:spcBef>
              <a:spcAft>
                <a:spcPts val="0"/>
              </a:spcAft>
              <a:buSzPts val="10700"/>
              <a:buNone/>
              <a:defRPr/>
            </a:lvl7pPr>
            <a:lvl8pPr lvl="7" algn="l">
              <a:lnSpc>
                <a:spcPct val="100000"/>
              </a:lnSpc>
              <a:spcBef>
                <a:spcPts val="0"/>
              </a:spcBef>
              <a:spcAft>
                <a:spcPts val="0"/>
              </a:spcAft>
              <a:buSzPts val="10700"/>
              <a:buNone/>
              <a:defRPr/>
            </a:lvl8pPr>
            <a:lvl9pPr lvl="8" algn="l">
              <a:lnSpc>
                <a:spcPct val="100000"/>
              </a:lnSpc>
              <a:spcBef>
                <a:spcPts val="0"/>
              </a:spcBef>
              <a:spcAft>
                <a:spcPts val="0"/>
              </a:spcAft>
              <a:buSzPts val="10700"/>
              <a:buNone/>
              <a:defRPr/>
            </a:lvl9pPr>
          </a:lstStyle>
          <a:p/>
        </p:txBody>
      </p:sp>
      <p:sp>
        <p:nvSpPr>
          <p:cNvPr id="24" name="Google Shape;24;p7"/>
          <p:cNvSpPr txBox="1"/>
          <p:nvPr>
            <p:ph idx="1" type="body"/>
          </p:nvPr>
        </p:nvSpPr>
        <p:spPr>
          <a:xfrm>
            <a:off x="1122120" y="4917227"/>
            <a:ext cx="14399700" cy="14576700"/>
          </a:xfrm>
          <a:prstGeom prst="rect">
            <a:avLst/>
          </a:prstGeom>
          <a:noFill/>
          <a:ln>
            <a:noFill/>
          </a:ln>
        </p:spPr>
        <p:txBody>
          <a:bodyPr anchorCtr="0" anchor="t" bIns="349450" lIns="349450" spcFirstLastPara="1" rIns="349450" wrap="square" tIns="349450">
            <a:normAutofit/>
          </a:bodyPr>
          <a:lstStyle>
            <a:lvl1pPr indent="-571500" lvl="0" marL="457200" algn="l">
              <a:lnSpc>
                <a:spcPct val="115000"/>
              </a:lnSpc>
              <a:spcBef>
                <a:spcPts val="0"/>
              </a:spcBef>
              <a:spcAft>
                <a:spcPts val="0"/>
              </a:spcAft>
              <a:buSzPts val="5400"/>
              <a:buChar char="●"/>
              <a:defRPr sz="5400"/>
            </a:lvl1pPr>
            <a:lvl2pPr indent="-520700" lvl="1" marL="914400" algn="l">
              <a:lnSpc>
                <a:spcPct val="115000"/>
              </a:lnSpc>
              <a:spcBef>
                <a:spcPts val="0"/>
              </a:spcBef>
              <a:spcAft>
                <a:spcPts val="0"/>
              </a:spcAft>
              <a:buSzPts val="4600"/>
              <a:buChar char="○"/>
              <a:defRPr sz="4600"/>
            </a:lvl2pPr>
            <a:lvl3pPr indent="-520700" lvl="2" marL="1371600" algn="l">
              <a:lnSpc>
                <a:spcPct val="115000"/>
              </a:lnSpc>
              <a:spcBef>
                <a:spcPts val="0"/>
              </a:spcBef>
              <a:spcAft>
                <a:spcPts val="0"/>
              </a:spcAft>
              <a:buSzPts val="4600"/>
              <a:buChar char="■"/>
              <a:defRPr sz="4600"/>
            </a:lvl3pPr>
            <a:lvl4pPr indent="-520700" lvl="3" marL="1828800" algn="l">
              <a:lnSpc>
                <a:spcPct val="115000"/>
              </a:lnSpc>
              <a:spcBef>
                <a:spcPts val="0"/>
              </a:spcBef>
              <a:spcAft>
                <a:spcPts val="0"/>
              </a:spcAft>
              <a:buSzPts val="4600"/>
              <a:buChar char="●"/>
              <a:defRPr sz="4600"/>
            </a:lvl4pPr>
            <a:lvl5pPr indent="-520700" lvl="4" marL="2286000" algn="l">
              <a:lnSpc>
                <a:spcPct val="115000"/>
              </a:lnSpc>
              <a:spcBef>
                <a:spcPts val="0"/>
              </a:spcBef>
              <a:spcAft>
                <a:spcPts val="0"/>
              </a:spcAft>
              <a:buSzPts val="4600"/>
              <a:buChar char="○"/>
              <a:defRPr sz="4600"/>
            </a:lvl5pPr>
            <a:lvl6pPr indent="-520700" lvl="5" marL="2743200" algn="l">
              <a:lnSpc>
                <a:spcPct val="115000"/>
              </a:lnSpc>
              <a:spcBef>
                <a:spcPts val="0"/>
              </a:spcBef>
              <a:spcAft>
                <a:spcPts val="0"/>
              </a:spcAft>
              <a:buSzPts val="4600"/>
              <a:buChar char="■"/>
              <a:defRPr sz="4600"/>
            </a:lvl6pPr>
            <a:lvl7pPr indent="-520700" lvl="6" marL="3200400" algn="l">
              <a:lnSpc>
                <a:spcPct val="115000"/>
              </a:lnSpc>
              <a:spcBef>
                <a:spcPts val="0"/>
              </a:spcBef>
              <a:spcAft>
                <a:spcPts val="0"/>
              </a:spcAft>
              <a:buSzPts val="4600"/>
              <a:buChar char="●"/>
              <a:defRPr sz="4600"/>
            </a:lvl7pPr>
            <a:lvl8pPr indent="-520700" lvl="7" marL="3657600" algn="l">
              <a:lnSpc>
                <a:spcPct val="115000"/>
              </a:lnSpc>
              <a:spcBef>
                <a:spcPts val="0"/>
              </a:spcBef>
              <a:spcAft>
                <a:spcPts val="0"/>
              </a:spcAft>
              <a:buSzPts val="4600"/>
              <a:buChar char="○"/>
              <a:defRPr sz="4600"/>
            </a:lvl8pPr>
            <a:lvl9pPr indent="-520700" lvl="8" marL="4114800" algn="l">
              <a:lnSpc>
                <a:spcPct val="115000"/>
              </a:lnSpc>
              <a:spcBef>
                <a:spcPts val="0"/>
              </a:spcBef>
              <a:spcAft>
                <a:spcPts val="0"/>
              </a:spcAft>
              <a:buSzPts val="4600"/>
              <a:buChar char="■"/>
              <a:defRPr sz="4600"/>
            </a:lvl9pPr>
          </a:lstStyle>
          <a:p/>
        </p:txBody>
      </p:sp>
      <p:sp>
        <p:nvSpPr>
          <p:cNvPr id="25" name="Google Shape;25;p7"/>
          <p:cNvSpPr txBox="1"/>
          <p:nvPr>
            <p:ph idx="2" type="body"/>
          </p:nvPr>
        </p:nvSpPr>
        <p:spPr>
          <a:xfrm>
            <a:off x="17396640" y="4917227"/>
            <a:ext cx="14399700" cy="14576700"/>
          </a:xfrm>
          <a:prstGeom prst="rect">
            <a:avLst/>
          </a:prstGeom>
          <a:noFill/>
          <a:ln>
            <a:noFill/>
          </a:ln>
        </p:spPr>
        <p:txBody>
          <a:bodyPr anchorCtr="0" anchor="t" bIns="349450" lIns="349450" spcFirstLastPara="1" rIns="349450" wrap="square" tIns="349450">
            <a:normAutofit/>
          </a:bodyPr>
          <a:lstStyle>
            <a:lvl1pPr indent="-571500" lvl="0" marL="457200" algn="l">
              <a:lnSpc>
                <a:spcPct val="115000"/>
              </a:lnSpc>
              <a:spcBef>
                <a:spcPts val="0"/>
              </a:spcBef>
              <a:spcAft>
                <a:spcPts val="0"/>
              </a:spcAft>
              <a:buSzPts val="5400"/>
              <a:buChar char="●"/>
              <a:defRPr sz="5400"/>
            </a:lvl1pPr>
            <a:lvl2pPr indent="-520700" lvl="1" marL="914400" algn="l">
              <a:lnSpc>
                <a:spcPct val="115000"/>
              </a:lnSpc>
              <a:spcBef>
                <a:spcPts val="0"/>
              </a:spcBef>
              <a:spcAft>
                <a:spcPts val="0"/>
              </a:spcAft>
              <a:buSzPts val="4600"/>
              <a:buChar char="○"/>
              <a:defRPr sz="4600"/>
            </a:lvl2pPr>
            <a:lvl3pPr indent="-520700" lvl="2" marL="1371600" algn="l">
              <a:lnSpc>
                <a:spcPct val="115000"/>
              </a:lnSpc>
              <a:spcBef>
                <a:spcPts val="0"/>
              </a:spcBef>
              <a:spcAft>
                <a:spcPts val="0"/>
              </a:spcAft>
              <a:buSzPts val="4600"/>
              <a:buChar char="■"/>
              <a:defRPr sz="4600"/>
            </a:lvl3pPr>
            <a:lvl4pPr indent="-520700" lvl="3" marL="1828800" algn="l">
              <a:lnSpc>
                <a:spcPct val="115000"/>
              </a:lnSpc>
              <a:spcBef>
                <a:spcPts val="0"/>
              </a:spcBef>
              <a:spcAft>
                <a:spcPts val="0"/>
              </a:spcAft>
              <a:buSzPts val="4600"/>
              <a:buChar char="●"/>
              <a:defRPr sz="4600"/>
            </a:lvl4pPr>
            <a:lvl5pPr indent="-520700" lvl="4" marL="2286000" algn="l">
              <a:lnSpc>
                <a:spcPct val="115000"/>
              </a:lnSpc>
              <a:spcBef>
                <a:spcPts val="0"/>
              </a:spcBef>
              <a:spcAft>
                <a:spcPts val="0"/>
              </a:spcAft>
              <a:buSzPts val="4600"/>
              <a:buChar char="○"/>
              <a:defRPr sz="4600"/>
            </a:lvl5pPr>
            <a:lvl6pPr indent="-520700" lvl="5" marL="2743200" algn="l">
              <a:lnSpc>
                <a:spcPct val="115000"/>
              </a:lnSpc>
              <a:spcBef>
                <a:spcPts val="0"/>
              </a:spcBef>
              <a:spcAft>
                <a:spcPts val="0"/>
              </a:spcAft>
              <a:buSzPts val="4600"/>
              <a:buChar char="■"/>
              <a:defRPr sz="4600"/>
            </a:lvl6pPr>
            <a:lvl7pPr indent="-520700" lvl="6" marL="3200400" algn="l">
              <a:lnSpc>
                <a:spcPct val="115000"/>
              </a:lnSpc>
              <a:spcBef>
                <a:spcPts val="0"/>
              </a:spcBef>
              <a:spcAft>
                <a:spcPts val="0"/>
              </a:spcAft>
              <a:buSzPts val="4600"/>
              <a:buChar char="●"/>
              <a:defRPr sz="4600"/>
            </a:lvl7pPr>
            <a:lvl8pPr indent="-520700" lvl="7" marL="3657600" algn="l">
              <a:lnSpc>
                <a:spcPct val="115000"/>
              </a:lnSpc>
              <a:spcBef>
                <a:spcPts val="0"/>
              </a:spcBef>
              <a:spcAft>
                <a:spcPts val="0"/>
              </a:spcAft>
              <a:buSzPts val="4600"/>
              <a:buChar char="○"/>
              <a:defRPr sz="4600"/>
            </a:lvl8pPr>
            <a:lvl9pPr indent="-520700" lvl="8" marL="4114800" algn="l">
              <a:lnSpc>
                <a:spcPct val="115000"/>
              </a:lnSpc>
              <a:spcBef>
                <a:spcPts val="0"/>
              </a:spcBef>
              <a:spcAft>
                <a:spcPts val="0"/>
              </a:spcAft>
              <a:buSzPts val="4600"/>
              <a:buChar char="■"/>
              <a:defRPr sz="4600"/>
            </a:lvl9pPr>
          </a:lstStyle>
          <a:p/>
        </p:txBody>
      </p:sp>
      <p:sp>
        <p:nvSpPr>
          <p:cNvPr id="26" name="Google Shape;26;p7"/>
          <p:cNvSpPr txBox="1"/>
          <p:nvPr>
            <p:ph idx="12" type="sldNum"/>
          </p:nvPr>
        </p:nvSpPr>
        <p:spPr>
          <a:xfrm>
            <a:off x="30500848" y="19896392"/>
            <a:ext cx="1975200" cy="1679400"/>
          </a:xfrm>
          <a:prstGeom prst="rect">
            <a:avLst/>
          </a:prstGeom>
          <a:noFill/>
          <a:ln>
            <a:noFill/>
          </a:ln>
        </p:spPr>
        <p:txBody>
          <a:bodyPr anchorCtr="0" anchor="ctr" bIns="349450" lIns="349450" spcFirstLastPara="1" rIns="349450" wrap="square" tIns="349450">
            <a:normAutofit/>
          </a:bodyPr>
          <a:lstStyle>
            <a:lvl1pPr indent="0" lvl="0"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8"/>
          <p:cNvSpPr txBox="1"/>
          <p:nvPr>
            <p:ph type="title"/>
          </p:nvPr>
        </p:nvSpPr>
        <p:spPr>
          <a:xfrm>
            <a:off x="1122120" y="1898773"/>
            <a:ext cx="30674100" cy="2443500"/>
          </a:xfrm>
          <a:prstGeom prst="rect">
            <a:avLst/>
          </a:prstGeom>
          <a:noFill/>
          <a:ln>
            <a:noFill/>
          </a:ln>
        </p:spPr>
        <p:txBody>
          <a:bodyPr anchorCtr="0" anchor="t" bIns="349450" lIns="349450" spcFirstLastPara="1" rIns="349450" wrap="square" tIns="349450">
            <a:normAutofit/>
          </a:bodyPr>
          <a:lstStyle>
            <a:lvl1pPr lvl="0" algn="l">
              <a:lnSpc>
                <a:spcPct val="100000"/>
              </a:lnSpc>
              <a:spcBef>
                <a:spcPts val="0"/>
              </a:spcBef>
              <a:spcAft>
                <a:spcPts val="0"/>
              </a:spcAft>
              <a:buSzPts val="10700"/>
              <a:buNone/>
              <a:defRPr/>
            </a:lvl1pPr>
            <a:lvl2pPr lvl="1" algn="l">
              <a:lnSpc>
                <a:spcPct val="100000"/>
              </a:lnSpc>
              <a:spcBef>
                <a:spcPts val="0"/>
              </a:spcBef>
              <a:spcAft>
                <a:spcPts val="0"/>
              </a:spcAft>
              <a:buSzPts val="10700"/>
              <a:buNone/>
              <a:defRPr/>
            </a:lvl2pPr>
            <a:lvl3pPr lvl="2" algn="l">
              <a:lnSpc>
                <a:spcPct val="100000"/>
              </a:lnSpc>
              <a:spcBef>
                <a:spcPts val="0"/>
              </a:spcBef>
              <a:spcAft>
                <a:spcPts val="0"/>
              </a:spcAft>
              <a:buSzPts val="10700"/>
              <a:buNone/>
              <a:defRPr/>
            </a:lvl3pPr>
            <a:lvl4pPr lvl="3" algn="l">
              <a:lnSpc>
                <a:spcPct val="100000"/>
              </a:lnSpc>
              <a:spcBef>
                <a:spcPts val="0"/>
              </a:spcBef>
              <a:spcAft>
                <a:spcPts val="0"/>
              </a:spcAft>
              <a:buSzPts val="10700"/>
              <a:buNone/>
              <a:defRPr/>
            </a:lvl4pPr>
            <a:lvl5pPr lvl="4" algn="l">
              <a:lnSpc>
                <a:spcPct val="100000"/>
              </a:lnSpc>
              <a:spcBef>
                <a:spcPts val="0"/>
              </a:spcBef>
              <a:spcAft>
                <a:spcPts val="0"/>
              </a:spcAft>
              <a:buSzPts val="10700"/>
              <a:buNone/>
              <a:defRPr/>
            </a:lvl5pPr>
            <a:lvl6pPr lvl="5" algn="l">
              <a:lnSpc>
                <a:spcPct val="100000"/>
              </a:lnSpc>
              <a:spcBef>
                <a:spcPts val="0"/>
              </a:spcBef>
              <a:spcAft>
                <a:spcPts val="0"/>
              </a:spcAft>
              <a:buSzPts val="10700"/>
              <a:buNone/>
              <a:defRPr/>
            </a:lvl6pPr>
            <a:lvl7pPr lvl="6" algn="l">
              <a:lnSpc>
                <a:spcPct val="100000"/>
              </a:lnSpc>
              <a:spcBef>
                <a:spcPts val="0"/>
              </a:spcBef>
              <a:spcAft>
                <a:spcPts val="0"/>
              </a:spcAft>
              <a:buSzPts val="10700"/>
              <a:buNone/>
              <a:defRPr/>
            </a:lvl7pPr>
            <a:lvl8pPr lvl="7" algn="l">
              <a:lnSpc>
                <a:spcPct val="100000"/>
              </a:lnSpc>
              <a:spcBef>
                <a:spcPts val="0"/>
              </a:spcBef>
              <a:spcAft>
                <a:spcPts val="0"/>
              </a:spcAft>
              <a:buSzPts val="10700"/>
              <a:buNone/>
              <a:defRPr/>
            </a:lvl8pPr>
            <a:lvl9pPr lvl="8" algn="l">
              <a:lnSpc>
                <a:spcPct val="100000"/>
              </a:lnSpc>
              <a:spcBef>
                <a:spcPts val="0"/>
              </a:spcBef>
              <a:spcAft>
                <a:spcPts val="0"/>
              </a:spcAft>
              <a:buSzPts val="10700"/>
              <a:buNone/>
              <a:defRPr/>
            </a:lvl9pPr>
          </a:lstStyle>
          <a:p/>
        </p:txBody>
      </p:sp>
      <p:sp>
        <p:nvSpPr>
          <p:cNvPr id="29" name="Google Shape;29;p8"/>
          <p:cNvSpPr txBox="1"/>
          <p:nvPr>
            <p:ph idx="12" type="sldNum"/>
          </p:nvPr>
        </p:nvSpPr>
        <p:spPr>
          <a:xfrm>
            <a:off x="30500848" y="19896392"/>
            <a:ext cx="1975200" cy="1679400"/>
          </a:xfrm>
          <a:prstGeom prst="rect">
            <a:avLst/>
          </a:prstGeom>
          <a:noFill/>
          <a:ln>
            <a:noFill/>
          </a:ln>
        </p:spPr>
        <p:txBody>
          <a:bodyPr anchorCtr="0" anchor="ctr" bIns="349450" lIns="349450" spcFirstLastPara="1" rIns="349450" wrap="square" tIns="349450">
            <a:normAutofit/>
          </a:bodyPr>
          <a:lstStyle>
            <a:lvl1pPr indent="0" lvl="0"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9"/>
          <p:cNvSpPr txBox="1"/>
          <p:nvPr>
            <p:ph type="title"/>
          </p:nvPr>
        </p:nvSpPr>
        <p:spPr>
          <a:xfrm>
            <a:off x="1122120" y="2370560"/>
            <a:ext cx="10108800" cy="3224400"/>
          </a:xfrm>
          <a:prstGeom prst="rect">
            <a:avLst/>
          </a:prstGeom>
          <a:noFill/>
          <a:ln>
            <a:noFill/>
          </a:ln>
        </p:spPr>
        <p:txBody>
          <a:bodyPr anchorCtr="0" anchor="b" bIns="349450" lIns="349450" spcFirstLastPara="1" rIns="349450" wrap="square" tIns="349450">
            <a:normAutofit/>
          </a:bodyPr>
          <a:lstStyle>
            <a:lvl1pPr lvl="0" algn="l">
              <a:lnSpc>
                <a:spcPct val="100000"/>
              </a:lnSpc>
              <a:spcBef>
                <a:spcPts val="0"/>
              </a:spcBef>
              <a:spcAft>
                <a:spcPts val="0"/>
              </a:spcAft>
              <a:buSzPts val="9200"/>
              <a:buNone/>
              <a:defRPr sz="9200"/>
            </a:lvl1pPr>
            <a:lvl2pPr lvl="1" algn="l">
              <a:lnSpc>
                <a:spcPct val="100000"/>
              </a:lnSpc>
              <a:spcBef>
                <a:spcPts val="0"/>
              </a:spcBef>
              <a:spcAft>
                <a:spcPts val="0"/>
              </a:spcAft>
              <a:buSzPts val="9200"/>
              <a:buNone/>
              <a:defRPr sz="9200"/>
            </a:lvl2pPr>
            <a:lvl3pPr lvl="2" algn="l">
              <a:lnSpc>
                <a:spcPct val="100000"/>
              </a:lnSpc>
              <a:spcBef>
                <a:spcPts val="0"/>
              </a:spcBef>
              <a:spcAft>
                <a:spcPts val="0"/>
              </a:spcAft>
              <a:buSzPts val="9200"/>
              <a:buNone/>
              <a:defRPr sz="9200"/>
            </a:lvl3pPr>
            <a:lvl4pPr lvl="3" algn="l">
              <a:lnSpc>
                <a:spcPct val="100000"/>
              </a:lnSpc>
              <a:spcBef>
                <a:spcPts val="0"/>
              </a:spcBef>
              <a:spcAft>
                <a:spcPts val="0"/>
              </a:spcAft>
              <a:buSzPts val="9200"/>
              <a:buNone/>
              <a:defRPr sz="9200"/>
            </a:lvl4pPr>
            <a:lvl5pPr lvl="4" algn="l">
              <a:lnSpc>
                <a:spcPct val="100000"/>
              </a:lnSpc>
              <a:spcBef>
                <a:spcPts val="0"/>
              </a:spcBef>
              <a:spcAft>
                <a:spcPts val="0"/>
              </a:spcAft>
              <a:buSzPts val="9200"/>
              <a:buNone/>
              <a:defRPr sz="9200"/>
            </a:lvl5pPr>
            <a:lvl6pPr lvl="5" algn="l">
              <a:lnSpc>
                <a:spcPct val="100000"/>
              </a:lnSpc>
              <a:spcBef>
                <a:spcPts val="0"/>
              </a:spcBef>
              <a:spcAft>
                <a:spcPts val="0"/>
              </a:spcAft>
              <a:buSzPts val="9200"/>
              <a:buNone/>
              <a:defRPr sz="9200"/>
            </a:lvl6pPr>
            <a:lvl7pPr lvl="6" algn="l">
              <a:lnSpc>
                <a:spcPct val="100000"/>
              </a:lnSpc>
              <a:spcBef>
                <a:spcPts val="0"/>
              </a:spcBef>
              <a:spcAft>
                <a:spcPts val="0"/>
              </a:spcAft>
              <a:buSzPts val="9200"/>
              <a:buNone/>
              <a:defRPr sz="9200"/>
            </a:lvl7pPr>
            <a:lvl8pPr lvl="7" algn="l">
              <a:lnSpc>
                <a:spcPct val="100000"/>
              </a:lnSpc>
              <a:spcBef>
                <a:spcPts val="0"/>
              </a:spcBef>
              <a:spcAft>
                <a:spcPts val="0"/>
              </a:spcAft>
              <a:buSzPts val="9200"/>
              <a:buNone/>
              <a:defRPr sz="9200"/>
            </a:lvl8pPr>
            <a:lvl9pPr lvl="8" algn="l">
              <a:lnSpc>
                <a:spcPct val="100000"/>
              </a:lnSpc>
              <a:spcBef>
                <a:spcPts val="0"/>
              </a:spcBef>
              <a:spcAft>
                <a:spcPts val="0"/>
              </a:spcAft>
              <a:buSzPts val="9200"/>
              <a:buNone/>
              <a:defRPr sz="9200"/>
            </a:lvl9pPr>
          </a:lstStyle>
          <a:p/>
        </p:txBody>
      </p:sp>
      <p:sp>
        <p:nvSpPr>
          <p:cNvPr id="32" name="Google Shape;32;p9"/>
          <p:cNvSpPr txBox="1"/>
          <p:nvPr>
            <p:ph idx="1" type="body"/>
          </p:nvPr>
        </p:nvSpPr>
        <p:spPr>
          <a:xfrm>
            <a:off x="1122120" y="5928960"/>
            <a:ext cx="10108800" cy="13565400"/>
          </a:xfrm>
          <a:prstGeom prst="rect">
            <a:avLst/>
          </a:prstGeom>
          <a:noFill/>
          <a:ln>
            <a:noFill/>
          </a:ln>
        </p:spPr>
        <p:txBody>
          <a:bodyPr anchorCtr="0" anchor="t" bIns="349450" lIns="349450" spcFirstLastPara="1" rIns="349450" wrap="square" tIns="349450">
            <a:normAutofit/>
          </a:bodyPr>
          <a:lstStyle>
            <a:lvl1pPr indent="-520700" lvl="0" marL="457200" algn="l">
              <a:lnSpc>
                <a:spcPct val="115000"/>
              </a:lnSpc>
              <a:spcBef>
                <a:spcPts val="0"/>
              </a:spcBef>
              <a:spcAft>
                <a:spcPts val="0"/>
              </a:spcAft>
              <a:buSzPts val="4600"/>
              <a:buChar char="●"/>
              <a:defRPr sz="4600"/>
            </a:lvl1pPr>
            <a:lvl2pPr indent="-520700" lvl="1" marL="914400" algn="l">
              <a:lnSpc>
                <a:spcPct val="115000"/>
              </a:lnSpc>
              <a:spcBef>
                <a:spcPts val="0"/>
              </a:spcBef>
              <a:spcAft>
                <a:spcPts val="0"/>
              </a:spcAft>
              <a:buSzPts val="4600"/>
              <a:buChar char="○"/>
              <a:defRPr sz="4600"/>
            </a:lvl2pPr>
            <a:lvl3pPr indent="-520700" lvl="2" marL="1371600" algn="l">
              <a:lnSpc>
                <a:spcPct val="115000"/>
              </a:lnSpc>
              <a:spcBef>
                <a:spcPts val="0"/>
              </a:spcBef>
              <a:spcAft>
                <a:spcPts val="0"/>
              </a:spcAft>
              <a:buSzPts val="4600"/>
              <a:buChar char="■"/>
              <a:defRPr sz="4600"/>
            </a:lvl3pPr>
            <a:lvl4pPr indent="-520700" lvl="3" marL="1828800" algn="l">
              <a:lnSpc>
                <a:spcPct val="115000"/>
              </a:lnSpc>
              <a:spcBef>
                <a:spcPts val="0"/>
              </a:spcBef>
              <a:spcAft>
                <a:spcPts val="0"/>
              </a:spcAft>
              <a:buSzPts val="4600"/>
              <a:buChar char="●"/>
              <a:defRPr sz="4600"/>
            </a:lvl4pPr>
            <a:lvl5pPr indent="-520700" lvl="4" marL="2286000" algn="l">
              <a:lnSpc>
                <a:spcPct val="115000"/>
              </a:lnSpc>
              <a:spcBef>
                <a:spcPts val="0"/>
              </a:spcBef>
              <a:spcAft>
                <a:spcPts val="0"/>
              </a:spcAft>
              <a:buSzPts val="4600"/>
              <a:buChar char="○"/>
              <a:defRPr sz="4600"/>
            </a:lvl5pPr>
            <a:lvl6pPr indent="-520700" lvl="5" marL="2743200" algn="l">
              <a:lnSpc>
                <a:spcPct val="115000"/>
              </a:lnSpc>
              <a:spcBef>
                <a:spcPts val="0"/>
              </a:spcBef>
              <a:spcAft>
                <a:spcPts val="0"/>
              </a:spcAft>
              <a:buSzPts val="4600"/>
              <a:buChar char="■"/>
              <a:defRPr sz="4600"/>
            </a:lvl6pPr>
            <a:lvl7pPr indent="-520700" lvl="6" marL="3200400" algn="l">
              <a:lnSpc>
                <a:spcPct val="115000"/>
              </a:lnSpc>
              <a:spcBef>
                <a:spcPts val="0"/>
              </a:spcBef>
              <a:spcAft>
                <a:spcPts val="0"/>
              </a:spcAft>
              <a:buSzPts val="4600"/>
              <a:buChar char="●"/>
              <a:defRPr sz="4600"/>
            </a:lvl7pPr>
            <a:lvl8pPr indent="-520700" lvl="7" marL="3657600" algn="l">
              <a:lnSpc>
                <a:spcPct val="115000"/>
              </a:lnSpc>
              <a:spcBef>
                <a:spcPts val="0"/>
              </a:spcBef>
              <a:spcAft>
                <a:spcPts val="0"/>
              </a:spcAft>
              <a:buSzPts val="4600"/>
              <a:buChar char="○"/>
              <a:defRPr sz="4600"/>
            </a:lvl8pPr>
            <a:lvl9pPr indent="-520700" lvl="8" marL="4114800" algn="l">
              <a:lnSpc>
                <a:spcPct val="115000"/>
              </a:lnSpc>
              <a:spcBef>
                <a:spcPts val="0"/>
              </a:spcBef>
              <a:spcAft>
                <a:spcPts val="0"/>
              </a:spcAft>
              <a:buSzPts val="4600"/>
              <a:buChar char="■"/>
              <a:defRPr sz="4600"/>
            </a:lvl9pPr>
          </a:lstStyle>
          <a:p/>
        </p:txBody>
      </p:sp>
      <p:sp>
        <p:nvSpPr>
          <p:cNvPr id="33" name="Google Shape;33;p9"/>
          <p:cNvSpPr txBox="1"/>
          <p:nvPr>
            <p:ph idx="12" type="sldNum"/>
          </p:nvPr>
        </p:nvSpPr>
        <p:spPr>
          <a:xfrm>
            <a:off x="30500848" y="19896392"/>
            <a:ext cx="1975200" cy="1679400"/>
          </a:xfrm>
          <a:prstGeom prst="rect">
            <a:avLst/>
          </a:prstGeom>
          <a:noFill/>
          <a:ln>
            <a:noFill/>
          </a:ln>
        </p:spPr>
        <p:txBody>
          <a:bodyPr anchorCtr="0" anchor="ctr" bIns="349450" lIns="349450" spcFirstLastPara="1" rIns="349450" wrap="square" tIns="349450">
            <a:normAutofit/>
          </a:bodyPr>
          <a:lstStyle>
            <a:lvl1pPr indent="0" lvl="0"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10"/>
          <p:cNvSpPr txBox="1"/>
          <p:nvPr>
            <p:ph type="title"/>
          </p:nvPr>
        </p:nvSpPr>
        <p:spPr>
          <a:xfrm>
            <a:off x="1764900" y="1920640"/>
            <a:ext cx="22924200" cy="17454000"/>
          </a:xfrm>
          <a:prstGeom prst="rect">
            <a:avLst/>
          </a:prstGeom>
          <a:noFill/>
          <a:ln>
            <a:noFill/>
          </a:ln>
        </p:spPr>
        <p:txBody>
          <a:bodyPr anchorCtr="0" anchor="ctr" bIns="349450" lIns="349450" spcFirstLastPara="1" rIns="349450" wrap="square" tIns="349450">
            <a:normAutofit/>
          </a:bodyPr>
          <a:lstStyle>
            <a:lvl1pPr lvl="0" algn="l">
              <a:lnSpc>
                <a:spcPct val="100000"/>
              </a:lnSpc>
              <a:spcBef>
                <a:spcPts val="0"/>
              </a:spcBef>
              <a:spcAft>
                <a:spcPts val="0"/>
              </a:spcAft>
              <a:buSzPts val="18300"/>
              <a:buNone/>
              <a:defRPr sz="18300"/>
            </a:lvl1pPr>
            <a:lvl2pPr lvl="1" algn="l">
              <a:lnSpc>
                <a:spcPct val="100000"/>
              </a:lnSpc>
              <a:spcBef>
                <a:spcPts val="0"/>
              </a:spcBef>
              <a:spcAft>
                <a:spcPts val="0"/>
              </a:spcAft>
              <a:buSzPts val="18300"/>
              <a:buNone/>
              <a:defRPr sz="18300"/>
            </a:lvl2pPr>
            <a:lvl3pPr lvl="2" algn="l">
              <a:lnSpc>
                <a:spcPct val="100000"/>
              </a:lnSpc>
              <a:spcBef>
                <a:spcPts val="0"/>
              </a:spcBef>
              <a:spcAft>
                <a:spcPts val="0"/>
              </a:spcAft>
              <a:buSzPts val="18300"/>
              <a:buNone/>
              <a:defRPr sz="18300"/>
            </a:lvl3pPr>
            <a:lvl4pPr lvl="3" algn="l">
              <a:lnSpc>
                <a:spcPct val="100000"/>
              </a:lnSpc>
              <a:spcBef>
                <a:spcPts val="0"/>
              </a:spcBef>
              <a:spcAft>
                <a:spcPts val="0"/>
              </a:spcAft>
              <a:buSzPts val="18300"/>
              <a:buNone/>
              <a:defRPr sz="18300"/>
            </a:lvl4pPr>
            <a:lvl5pPr lvl="4" algn="l">
              <a:lnSpc>
                <a:spcPct val="100000"/>
              </a:lnSpc>
              <a:spcBef>
                <a:spcPts val="0"/>
              </a:spcBef>
              <a:spcAft>
                <a:spcPts val="0"/>
              </a:spcAft>
              <a:buSzPts val="18300"/>
              <a:buNone/>
              <a:defRPr sz="18300"/>
            </a:lvl5pPr>
            <a:lvl6pPr lvl="5" algn="l">
              <a:lnSpc>
                <a:spcPct val="100000"/>
              </a:lnSpc>
              <a:spcBef>
                <a:spcPts val="0"/>
              </a:spcBef>
              <a:spcAft>
                <a:spcPts val="0"/>
              </a:spcAft>
              <a:buSzPts val="18300"/>
              <a:buNone/>
              <a:defRPr sz="18300"/>
            </a:lvl6pPr>
            <a:lvl7pPr lvl="6" algn="l">
              <a:lnSpc>
                <a:spcPct val="100000"/>
              </a:lnSpc>
              <a:spcBef>
                <a:spcPts val="0"/>
              </a:spcBef>
              <a:spcAft>
                <a:spcPts val="0"/>
              </a:spcAft>
              <a:buSzPts val="18300"/>
              <a:buNone/>
              <a:defRPr sz="18300"/>
            </a:lvl7pPr>
            <a:lvl8pPr lvl="7" algn="l">
              <a:lnSpc>
                <a:spcPct val="100000"/>
              </a:lnSpc>
              <a:spcBef>
                <a:spcPts val="0"/>
              </a:spcBef>
              <a:spcAft>
                <a:spcPts val="0"/>
              </a:spcAft>
              <a:buSzPts val="18300"/>
              <a:buNone/>
              <a:defRPr sz="18300"/>
            </a:lvl8pPr>
            <a:lvl9pPr lvl="8" algn="l">
              <a:lnSpc>
                <a:spcPct val="100000"/>
              </a:lnSpc>
              <a:spcBef>
                <a:spcPts val="0"/>
              </a:spcBef>
              <a:spcAft>
                <a:spcPts val="0"/>
              </a:spcAft>
              <a:buSzPts val="18300"/>
              <a:buNone/>
              <a:defRPr sz="18300"/>
            </a:lvl9pPr>
          </a:lstStyle>
          <a:p/>
        </p:txBody>
      </p:sp>
      <p:sp>
        <p:nvSpPr>
          <p:cNvPr id="36" name="Google Shape;36;p10"/>
          <p:cNvSpPr txBox="1"/>
          <p:nvPr>
            <p:ph idx="12" type="sldNum"/>
          </p:nvPr>
        </p:nvSpPr>
        <p:spPr>
          <a:xfrm>
            <a:off x="30500848" y="19896392"/>
            <a:ext cx="1975200" cy="1679400"/>
          </a:xfrm>
          <a:prstGeom prst="rect">
            <a:avLst/>
          </a:prstGeom>
          <a:noFill/>
          <a:ln>
            <a:noFill/>
          </a:ln>
        </p:spPr>
        <p:txBody>
          <a:bodyPr anchorCtr="0" anchor="ctr" bIns="349450" lIns="349450" spcFirstLastPara="1" rIns="349450" wrap="square" tIns="349450">
            <a:normAutofit/>
          </a:bodyPr>
          <a:lstStyle>
            <a:lvl1pPr indent="0" lvl="0"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1"/>
          <p:cNvSpPr/>
          <p:nvPr/>
        </p:nvSpPr>
        <p:spPr>
          <a:xfrm>
            <a:off x="16459200" y="-533"/>
            <a:ext cx="16459200" cy="21945600"/>
          </a:xfrm>
          <a:prstGeom prst="rect">
            <a:avLst/>
          </a:prstGeom>
          <a:solidFill>
            <a:schemeClr val="lt2"/>
          </a:solidFill>
          <a:ln>
            <a:noFill/>
          </a:ln>
        </p:spPr>
        <p:txBody>
          <a:bodyPr anchorCtr="0" anchor="ctr" bIns="349450" lIns="349450" spcFirstLastPara="1" rIns="349450" wrap="square" tIns="349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1"/>
          <p:cNvSpPr txBox="1"/>
          <p:nvPr>
            <p:ph type="title"/>
          </p:nvPr>
        </p:nvSpPr>
        <p:spPr>
          <a:xfrm>
            <a:off x="955800" y="5261547"/>
            <a:ext cx="14562600" cy="6324600"/>
          </a:xfrm>
          <a:prstGeom prst="rect">
            <a:avLst/>
          </a:prstGeom>
          <a:noFill/>
          <a:ln>
            <a:noFill/>
          </a:ln>
        </p:spPr>
        <p:txBody>
          <a:bodyPr anchorCtr="0" anchor="b" bIns="349450" lIns="349450" spcFirstLastPara="1" rIns="349450" wrap="square" tIns="349450">
            <a:normAutofit/>
          </a:bodyPr>
          <a:lstStyle>
            <a:lvl1pPr lvl="0" algn="ctr">
              <a:lnSpc>
                <a:spcPct val="100000"/>
              </a:lnSpc>
              <a:spcBef>
                <a:spcPts val="0"/>
              </a:spcBef>
              <a:spcAft>
                <a:spcPts val="0"/>
              </a:spcAft>
              <a:buSzPts val="16100"/>
              <a:buNone/>
              <a:defRPr sz="16100"/>
            </a:lvl1pPr>
            <a:lvl2pPr lvl="1" algn="ctr">
              <a:lnSpc>
                <a:spcPct val="100000"/>
              </a:lnSpc>
              <a:spcBef>
                <a:spcPts val="0"/>
              </a:spcBef>
              <a:spcAft>
                <a:spcPts val="0"/>
              </a:spcAft>
              <a:buSzPts val="16100"/>
              <a:buNone/>
              <a:defRPr sz="16100"/>
            </a:lvl2pPr>
            <a:lvl3pPr lvl="2" algn="ctr">
              <a:lnSpc>
                <a:spcPct val="100000"/>
              </a:lnSpc>
              <a:spcBef>
                <a:spcPts val="0"/>
              </a:spcBef>
              <a:spcAft>
                <a:spcPts val="0"/>
              </a:spcAft>
              <a:buSzPts val="16100"/>
              <a:buNone/>
              <a:defRPr sz="16100"/>
            </a:lvl3pPr>
            <a:lvl4pPr lvl="3" algn="ctr">
              <a:lnSpc>
                <a:spcPct val="100000"/>
              </a:lnSpc>
              <a:spcBef>
                <a:spcPts val="0"/>
              </a:spcBef>
              <a:spcAft>
                <a:spcPts val="0"/>
              </a:spcAft>
              <a:buSzPts val="16100"/>
              <a:buNone/>
              <a:defRPr sz="16100"/>
            </a:lvl4pPr>
            <a:lvl5pPr lvl="4" algn="ctr">
              <a:lnSpc>
                <a:spcPct val="100000"/>
              </a:lnSpc>
              <a:spcBef>
                <a:spcPts val="0"/>
              </a:spcBef>
              <a:spcAft>
                <a:spcPts val="0"/>
              </a:spcAft>
              <a:buSzPts val="16100"/>
              <a:buNone/>
              <a:defRPr sz="16100"/>
            </a:lvl5pPr>
            <a:lvl6pPr lvl="5" algn="ctr">
              <a:lnSpc>
                <a:spcPct val="100000"/>
              </a:lnSpc>
              <a:spcBef>
                <a:spcPts val="0"/>
              </a:spcBef>
              <a:spcAft>
                <a:spcPts val="0"/>
              </a:spcAft>
              <a:buSzPts val="16100"/>
              <a:buNone/>
              <a:defRPr sz="16100"/>
            </a:lvl6pPr>
            <a:lvl7pPr lvl="6" algn="ctr">
              <a:lnSpc>
                <a:spcPct val="100000"/>
              </a:lnSpc>
              <a:spcBef>
                <a:spcPts val="0"/>
              </a:spcBef>
              <a:spcAft>
                <a:spcPts val="0"/>
              </a:spcAft>
              <a:buSzPts val="16100"/>
              <a:buNone/>
              <a:defRPr sz="16100"/>
            </a:lvl7pPr>
            <a:lvl8pPr lvl="7" algn="ctr">
              <a:lnSpc>
                <a:spcPct val="100000"/>
              </a:lnSpc>
              <a:spcBef>
                <a:spcPts val="0"/>
              </a:spcBef>
              <a:spcAft>
                <a:spcPts val="0"/>
              </a:spcAft>
              <a:buSzPts val="16100"/>
              <a:buNone/>
              <a:defRPr sz="16100"/>
            </a:lvl8pPr>
            <a:lvl9pPr lvl="8" algn="ctr">
              <a:lnSpc>
                <a:spcPct val="100000"/>
              </a:lnSpc>
              <a:spcBef>
                <a:spcPts val="0"/>
              </a:spcBef>
              <a:spcAft>
                <a:spcPts val="0"/>
              </a:spcAft>
              <a:buSzPts val="16100"/>
              <a:buNone/>
              <a:defRPr sz="16100"/>
            </a:lvl9pPr>
          </a:lstStyle>
          <a:p/>
        </p:txBody>
      </p:sp>
      <p:sp>
        <p:nvSpPr>
          <p:cNvPr id="40" name="Google Shape;40;p11"/>
          <p:cNvSpPr txBox="1"/>
          <p:nvPr>
            <p:ph idx="1" type="subTitle"/>
          </p:nvPr>
        </p:nvSpPr>
        <p:spPr>
          <a:xfrm>
            <a:off x="955800" y="11959787"/>
            <a:ext cx="14562600" cy="5269800"/>
          </a:xfrm>
          <a:prstGeom prst="rect">
            <a:avLst/>
          </a:prstGeom>
          <a:noFill/>
          <a:ln>
            <a:noFill/>
          </a:ln>
        </p:spPr>
        <p:txBody>
          <a:bodyPr anchorCtr="0" anchor="t" bIns="349450" lIns="349450" spcFirstLastPara="1" rIns="349450" wrap="square" tIns="349450">
            <a:normAutofit/>
          </a:bodyPr>
          <a:lstStyle>
            <a:lvl1pPr lvl="0" algn="ctr">
              <a:lnSpc>
                <a:spcPct val="100000"/>
              </a:lnSpc>
              <a:spcBef>
                <a:spcPts val="0"/>
              </a:spcBef>
              <a:spcAft>
                <a:spcPts val="0"/>
              </a:spcAft>
              <a:buSzPts val="8000"/>
              <a:buNone/>
              <a:defRPr sz="8000"/>
            </a:lvl1pPr>
            <a:lvl2pPr lvl="1" algn="ctr">
              <a:lnSpc>
                <a:spcPct val="100000"/>
              </a:lnSpc>
              <a:spcBef>
                <a:spcPts val="0"/>
              </a:spcBef>
              <a:spcAft>
                <a:spcPts val="0"/>
              </a:spcAft>
              <a:buSzPts val="8000"/>
              <a:buNone/>
              <a:defRPr sz="8000"/>
            </a:lvl2pPr>
            <a:lvl3pPr lvl="2" algn="ctr">
              <a:lnSpc>
                <a:spcPct val="100000"/>
              </a:lnSpc>
              <a:spcBef>
                <a:spcPts val="0"/>
              </a:spcBef>
              <a:spcAft>
                <a:spcPts val="0"/>
              </a:spcAft>
              <a:buSzPts val="8000"/>
              <a:buNone/>
              <a:defRPr sz="8000"/>
            </a:lvl3pPr>
            <a:lvl4pPr lvl="3" algn="ctr">
              <a:lnSpc>
                <a:spcPct val="100000"/>
              </a:lnSpc>
              <a:spcBef>
                <a:spcPts val="0"/>
              </a:spcBef>
              <a:spcAft>
                <a:spcPts val="0"/>
              </a:spcAft>
              <a:buSzPts val="8000"/>
              <a:buNone/>
              <a:defRPr sz="8000"/>
            </a:lvl4pPr>
            <a:lvl5pPr lvl="4" algn="ctr">
              <a:lnSpc>
                <a:spcPct val="100000"/>
              </a:lnSpc>
              <a:spcBef>
                <a:spcPts val="0"/>
              </a:spcBef>
              <a:spcAft>
                <a:spcPts val="0"/>
              </a:spcAft>
              <a:buSzPts val="8000"/>
              <a:buNone/>
              <a:defRPr sz="8000"/>
            </a:lvl5pPr>
            <a:lvl6pPr lvl="5" algn="ctr">
              <a:lnSpc>
                <a:spcPct val="100000"/>
              </a:lnSpc>
              <a:spcBef>
                <a:spcPts val="0"/>
              </a:spcBef>
              <a:spcAft>
                <a:spcPts val="0"/>
              </a:spcAft>
              <a:buSzPts val="8000"/>
              <a:buNone/>
              <a:defRPr sz="8000"/>
            </a:lvl6pPr>
            <a:lvl7pPr lvl="6" algn="ctr">
              <a:lnSpc>
                <a:spcPct val="100000"/>
              </a:lnSpc>
              <a:spcBef>
                <a:spcPts val="0"/>
              </a:spcBef>
              <a:spcAft>
                <a:spcPts val="0"/>
              </a:spcAft>
              <a:buSzPts val="8000"/>
              <a:buNone/>
              <a:defRPr sz="8000"/>
            </a:lvl7pPr>
            <a:lvl8pPr lvl="7" algn="ctr">
              <a:lnSpc>
                <a:spcPct val="100000"/>
              </a:lnSpc>
              <a:spcBef>
                <a:spcPts val="0"/>
              </a:spcBef>
              <a:spcAft>
                <a:spcPts val="0"/>
              </a:spcAft>
              <a:buSzPts val="8000"/>
              <a:buNone/>
              <a:defRPr sz="8000"/>
            </a:lvl8pPr>
            <a:lvl9pPr lvl="8" algn="ctr">
              <a:lnSpc>
                <a:spcPct val="100000"/>
              </a:lnSpc>
              <a:spcBef>
                <a:spcPts val="0"/>
              </a:spcBef>
              <a:spcAft>
                <a:spcPts val="0"/>
              </a:spcAft>
              <a:buSzPts val="8000"/>
              <a:buNone/>
              <a:defRPr sz="8000"/>
            </a:lvl9pPr>
          </a:lstStyle>
          <a:p/>
        </p:txBody>
      </p:sp>
      <p:sp>
        <p:nvSpPr>
          <p:cNvPr id="41" name="Google Shape;41;p11"/>
          <p:cNvSpPr txBox="1"/>
          <p:nvPr>
            <p:ph idx="2" type="body"/>
          </p:nvPr>
        </p:nvSpPr>
        <p:spPr>
          <a:xfrm>
            <a:off x="17782200" y="3089387"/>
            <a:ext cx="13813200" cy="15765900"/>
          </a:xfrm>
          <a:prstGeom prst="rect">
            <a:avLst/>
          </a:prstGeom>
          <a:noFill/>
          <a:ln>
            <a:noFill/>
          </a:ln>
        </p:spPr>
        <p:txBody>
          <a:bodyPr anchorCtr="0" anchor="ctr" bIns="349450" lIns="349450" spcFirstLastPara="1" rIns="349450" wrap="square" tIns="349450">
            <a:normAutofit/>
          </a:bodyPr>
          <a:lstStyle>
            <a:lvl1pPr indent="-666750" lvl="0" marL="457200" algn="l">
              <a:lnSpc>
                <a:spcPct val="115000"/>
              </a:lnSpc>
              <a:spcBef>
                <a:spcPts val="0"/>
              </a:spcBef>
              <a:spcAft>
                <a:spcPts val="0"/>
              </a:spcAft>
              <a:buSzPts val="6900"/>
              <a:buChar char="●"/>
              <a:defRPr/>
            </a:lvl1pPr>
            <a:lvl2pPr indent="-571500" lvl="1" marL="914400" algn="l">
              <a:lnSpc>
                <a:spcPct val="115000"/>
              </a:lnSpc>
              <a:spcBef>
                <a:spcPts val="0"/>
              </a:spcBef>
              <a:spcAft>
                <a:spcPts val="0"/>
              </a:spcAft>
              <a:buSzPts val="5400"/>
              <a:buChar char="○"/>
              <a:defRPr/>
            </a:lvl2pPr>
            <a:lvl3pPr indent="-571500" lvl="2" marL="1371600" algn="l">
              <a:lnSpc>
                <a:spcPct val="115000"/>
              </a:lnSpc>
              <a:spcBef>
                <a:spcPts val="0"/>
              </a:spcBef>
              <a:spcAft>
                <a:spcPts val="0"/>
              </a:spcAft>
              <a:buSzPts val="5400"/>
              <a:buChar char="■"/>
              <a:defRPr/>
            </a:lvl3pPr>
            <a:lvl4pPr indent="-571500" lvl="3" marL="1828800" algn="l">
              <a:lnSpc>
                <a:spcPct val="115000"/>
              </a:lnSpc>
              <a:spcBef>
                <a:spcPts val="0"/>
              </a:spcBef>
              <a:spcAft>
                <a:spcPts val="0"/>
              </a:spcAft>
              <a:buSzPts val="5400"/>
              <a:buChar char="●"/>
              <a:defRPr/>
            </a:lvl4pPr>
            <a:lvl5pPr indent="-571500" lvl="4" marL="2286000" algn="l">
              <a:lnSpc>
                <a:spcPct val="115000"/>
              </a:lnSpc>
              <a:spcBef>
                <a:spcPts val="0"/>
              </a:spcBef>
              <a:spcAft>
                <a:spcPts val="0"/>
              </a:spcAft>
              <a:buSzPts val="5400"/>
              <a:buChar char="○"/>
              <a:defRPr/>
            </a:lvl5pPr>
            <a:lvl6pPr indent="-571500" lvl="5" marL="2743200" algn="l">
              <a:lnSpc>
                <a:spcPct val="115000"/>
              </a:lnSpc>
              <a:spcBef>
                <a:spcPts val="0"/>
              </a:spcBef>
              <a:spcAft>
                <a:spcPts val="0"/>
              </a:spcAft>
              <a:buSzPts val="5400"/>
              <a:buChar char="■"/>
              <a:defRPr/>
            </a:lvl6pPr>
            <a:lvl7pPr indent="-571500" lvl="6" marL="3200400" algn="l">
              <a:lnSpc>
                <a:spcPct val="115000"/>
              </a:lnSpc>
              <a:spcBef>
                <a:spcPts val="0"/>
              </a:spcBef>
              <a:spcAft>
                <a:spcPts val="0"/>
              </a:spcAft>
              <a:buSzPts val="5400"/>
              <a:buChar char="●"/>
              <a:defRPr/>
            </a:lvl7pPr>
            <a:lvl8pPr indent="-571500" lvl="7" marL="3657600" algn="l">
              <a:lnSpc>
                <a:spcPct val="115000"/>
              </a:lnSpc>
              <a:spcBef>
                <a:spcPts val="0"/>
              </a:spcBef>
              <a:spcAft>
                <a:spcPts val="0"/>
              </a:spcAft>
              <a:buSzPts val="5400"/>
              <a:buChar char="○"/>
              <a:defRPr/>
            </a:lvl8pPr>
            <a:lvl9pPr indent="-571500" lvl="8" marL="4114800" algn="l">
              <a:lnSpc>
                <a:spcPct val="115000"/>
              </a:lnSpc>
              <a:spcBef>
                <a:spcPts val="0"/>
              </a:spcBef>
              <a:spcAft>
                <a:spcPts val="0"/>
              </a:spcAft>
              <a:buSzPts val="5400"/>
              <a:buChar char="■"/>
              <a:defRPr/>
            </a:lvl9pPr>
          </a:lstStyle>
          <a:p/>
        </p:txBody>
      </p:sp>
      <p:sp>
        <p:nvSpPr>
          <p:cNvPr id="42" name="Google Shape;42;p11"/>
          <p:cNvSpPr txBox="1"/>
          <p:nvPr>
            <p:ph idx="12" type="sldNum"/>
          </p:nvPr>
        </p:nvSpPr>
        <p:spPr>
          <a:xfrm>
            <a:off x="30500848" y="19896392"/>
            <a:ext cx="1975200" cy="1679400"/>
          </a:xfrm>
          <a:prstGeom prst="rect">
            <a:avLst/>
          </a:prstGeom>
          <a:noFill/>
          <a:ln>
            <a:noFill/>
          </a:ln>
        </p:spPr>
        <p:txBody>
          <a:bodyPr anchorCtr="0" anchor="ctr" bIns="349450" lIns="349450" spcFirstLastPara="1" rIns="349450" wrap="square" tIns="349450">
            <a:normAutofit/>
          </a:bodyPr>
          <a:lstStyle>
            <a:lvl1pPr indent="0" lvl="0"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2"/>
          <p:cNvSpPr txBox="1"/>
          <p:nvPr>
            <p:ph idx="1" type="body"/>
          </p:nvPr>
        </p:nvSpPr>
        <p:spPr>
          <a:xfrm>
            <a:off x="1122120" y="18050453"/>
            <a:ext cx="21595800" cy="2581800"/>
          </a:xfrm>
          <a:prstGeom prst="rect">
            <a:avLst/>
          </a:prstGeom>
          <a:noFill/>
          <a:ln>
            <a:noFill/>
          </a:ln>
        </p:spPr>
        <p:txBody>
          <a:bodyPr anchorCtr="0" anchor="ctr" bIns="349450" lIns="349450" spcFirstLastPara="1" rIns="349450" wrap="square" tIns="349450">
            <a:normAutofit/>
          </a:bodyPr>
          <a:lstStyle>
            <a:lvl1pPr indent="-228600" lvl="0" marL="457200" algn="l">
              <a:lnSpc>
                <a:spcPct val="100000"/>
              </a:lnSpc>
              <a:spcBef>
                <a:spcPts val="0"/>
              </a:spcBef>
              <a:spcAft>
                <a:spcPts val="0"/>
              </a:spcAft>
              <a:buSzPts val="6900"/>
              <a:buNone/>
              <a:defRPr/>
            </a:lvl1pPr>
          </a:lstStyle>
          <a:p/>
        </p:txBody>
      </p:sp>
      <p:sp>
        <p:nvSpPr>
          <p:cNvPr id="45" name="Google Shape;45;p12"/>
          <p:cNvSpPr txBox="1"/>
          <p:nvPr>
            <p:ph idx="12" type="sldNum"/>
          </p:nvPr>
        </p:nvSpPr>
        <p:spPr>
          <a:xfrm>
            <a:off x="30500848" y="19896392"/>
            <a:ext cx="1975200" cy="1679400"/>
          </a:xfrm>
          <a:prstGeom prst="rect">
            <a:avLst/>
          </a:prstGeom>
          <a:noFill/>
          <a:ln>
            <a:noFill/>
          </a:ln>
        </p:spPr>
        <p:txBody>
          <a:bodyPr anchorCtr="0" anchor="ctr" bIns="349450" lIns="349450" spcFirstLastPara="1" rIns="349450" wrap="square" tIns="349450">
            <a:normAutofit/>
          </a:bodyPr>
          <a:lstStyle>
            <a:lvl1pPr indent="0" lvl="0"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3"/>
          <p:cNvSpPr txBox="1"/>
          <p:nvPr>
            <p:ph hasCustomPrompt="1" type="title"/>
          </p:nvPr>
        </p:nvSpPr>
        <p:spPr>
          <a:xfrm>
            <a:off x="1122120" y="4719467"/>
            <a:ext cx="30674100" cy="8377500"/>
          </a:xfrm>
          <a:prstGeom prst="rect">
            <a:avLst/>
          </a:prstGeom>
          <a:noFill/>
          <a:ln>
            <a:noFill/>
          </a:ln>
        </p:spPr>
        <p:txBody>
          <a:bodyPr anchorCtr="0" anchor="b" bIns="349450" lIns="349450" spcFirstLastPara="1" rIns="349450" wrap="square" tIns="349450">
            <a:normAutofit/>
          </a:bodyPr>
          <a:lstStyle>
            <a:lvl1pPr lvl="0" algn="ctr">
              <a:lnSpc>
                <a:spcPct val="100000"/>
              </a:lnSpc>
              <a:spcBef>
                <a:spcPts val="0"/>
              </a:spcBef>
              <a:spcAft>
                <a:spcPts val="0"/>
              </a:spcAft>
              <a:buSzPts val="45900"/>
              <a:buNone/>
              <a:defRPr sz="45900"/>
            </a:lvl1pPr>
            <a:lvl2pPr lvl="1" algn="ctr">
              <a:lnSpc>
                <a:spcPct val="100000"/>
              </a:lnSpc>
              <a:spcBef>
                <a:spcPts val="0"/>
              </a:spcBef>
              <a:spcAft>
                <a:spcPts val="0"/>
              </a:spcAft>
              <a:buSzPts val="45900"/>
              <a:buNone/>
              <a:defRPr sz="45900"/>
            </a:lvl2pPr>
            <a:lvl3pPr lvl="2" algn="ctr">
              <a:lnSpc>
                <a:spcPct val="100000"/>
              </a:lnSpc>
              <a:spcBef>
                <a:spcPts val="0"/>
              </a:spcBef>
              <a:spcAft>
                <a:spcPts val="0"/>
              </a:spcAft>
              <a:buSzPts val="45900"/>
              <a:buNone/>
              <a:defRPr sz="45900"/>
            </a:lvl3pPr>
            <a:lvl4pPr lvl="3" algn="ctr">
              <a:lnSpc>
                <a:spcPct val="100000"/>
              </a:lnSpc>
              <a:spcBef>
                <a:spcPts val="0"/>
              </a:spcBef>
              <a:spcAft>
                <a:spcPts val="0"/>
              </a:spcAft>
              <a:buSzPts val="45900"/>
              <a:buNone/>
              <a:defRPr sz="45900"/>
            </a:lvl4pPr>
            <a:lvl5pPr lvl="4" algn="ctr">
              <a:lnSpc>
                <a:spcPct val="100000"/>
              </a:lnSpc>
              <a:spcBef>
                <a:spcPts val="0"/>
              </a:spcBef>
              <a:spcAft>
                <a:spcPts val="0"/>
              </a:spcAft>
              <a:buSzPts val="45900"/>
              <a:buNone/>
              <a:defRPr sz="45900"/>
            </a:lvl5pPr>
            <a:lvl6pPr lvl="5" algn="ctr">
              <a:lnSpc>
                <a:spcPct val="100000"/>
              </a:lnSpc>
              <a:spcBef>
                <a:spcPts val="0"/>
              </a:spcBef>
              <a:spcAft>
                <a:spcPts val="0"/>
              </a:spcAft>
              <a:buSzPts val="45900"/>
              <a:buNone/>
              <a:defRPr sz="45900"/>
            </a:lvl6pPr>
            <a:lvl7pPr lvl="6" algn="ctr">
              <a:lnSpc>
                <a:spcPct val="100000"/>
              </a:lnSpc>
              <a:spcBef>
                <a:spcPts val="0"/>
              </a:spcBef>
              <a:spcAft>
                <a:spcPts val="0"/>
              </a:spcAft>
              <a:buSzPts val="45900"/>
              <a:buNone/>
              <a:defRPr sz="45900"/>
            </a:lvl7pPr>
            <a:lvl8pPr lvl="7" algn="ctr">
              <a:lnSpc>
                <a:spcPct val="100000"/>
              </a:lnSpc>
              <a:spcBef>
                <a:spcPts val="0"/>
              </a:spcBef>
              <a:spcAft>
                <a:spcPts val="0"/>
              </a:spcAft>
              <a:buSzPts val="45900"/>
              <a:buNone/>
              <a:defRPr sz="45900"/>
            </a:lvl8pPr>
            <a:lvl9pPr lvl="8" algn="ctr">
              <a:lnSpc>
                <a:spcPct val="100000"/>
              </a:lnSpc>
              <a:spcBef>
                <a:spcPts val="0"/>
              </a:spcBef>
              <a:spcAft>
                <a:spcPts val="0"/>
              </a:spcAft>
              <a:buSzPts val="45900"/>
              <a:buNone/>
              <a:defRPr sz="45900"/>
            </a:lvl9pPr>
          </a:lstStyle>
          <a:p>
            <a:r>
              <a:t>xx%</a:t>
            </a:r>
          </a:p>
        </p:txBody>
      </p:sp>
      <p:sp>
        <p:nvSpPr>
          <p:cNvPr id="48" name="Google Shape;48;p13"/>
          <p:cNvSpPr txBox="1"/>
          <p:nvPr>
            <p:ph idx="1" type="body"/>
          </p:nvPr>
        </p:nvSpPr>
        <p:spPr>
          <a:xfrm>
            <a:off x="1122120" y="13449493"/>
            <a:ext cx="30674100" cy="5550000"/>
          </a:xfrm>
          <a:prstGeom prst="rect">
            <a:avLst/>
          </a:prstGeom>
          <a:noFill/>
          <a:ln>
            <a:noFill/>
          </a:ln>
        </p:spPr>
        <p:txBody>
          <a:bodyPr anchorCtr="0" anchor="t" bIns="349450" lIns="349450" spcFirstLastPara="1" rIns="349450" wrap="square" tIns="349450">
            <a:normAutofit/>
          </a:bodyPr>
          <a:lstStyle>
            <a:lvl1pPr indent="-666750" lvl="0" marL="457200" algn="ctr">
              <a:lnSpc>
                <a:spcPct val="115000"/>
              </a:lnSpc>
              <a:spcBef>
                <a:spcPts val="0"/>
              </a:spcBef>
              <a:spcAft>
                <a:spcPts val="0"/>
              </a:spcAft>
              <a:buSzPts val="6900"/>
              <a:buChar char="●"/>
              <a:defRPr/>
            </a:lvl1pPr>
            <a:lvl2pPr indent="-571500" lvl="1" marL="914400" algn="ctr">
              <a:lnSpc>
                <a:spcPct val="115000"/>
              </a:lnSpc>
              <a:spcBef>
                <a:spcPts val="0"/>
              </a:spcBef>
              <a:spcAft>
                <a:spcPts val="0"/>
              </a:spcAft>
              <a:buSzPts val="5400"/>
              <a:buChar char="○"/>
              <a:defRPr/>
            </a:lvl2pPr>
            <a:lvl3pPr indent="-571500" lvl="2" marL="1371600" algn="ctr">
              <a:lnSpc>
                <a:spcPct val="115000"/>
              </a:lnSpc>
              <a:spcBef>
                <a:spcPts val="0"/>
              </a:spcBef>
              <a:spcAft>
                <a:spcPts val="0"/>
              </a:spcAft>
              <a:buSzPts val="5400"/>
              <a:buChar char="■"/>
              <a:defRPr/>
            </a:lvl3pPr>
            <a:lvl4pPr indent="-571500" lvl="3" marL="1828800" algn="ctr">
              <a:lnSpc>
                <a:spcPct val="115000"/>
              </a:lnSpc>
              <a:spcBef>
                <a:spcPts val="0"/>
              </a:spcBef>
              <a:spcAft>
                <a:spcPts val="0"/>
              </a:spcAft>
              <a:buSzPts val="5400"/>
              <a:buChar char="●"/>
              <a:defRPr/>
            </a:lvl4pPr>
            <a:lvl5pPr indent="-571500" lvl="4" marL="2286000" algn="ctr">
              <a:lnSpc>
                <a:spcPct val="115000"/>
              </a:lnSpc>
              <a:spcBef>
                <a:spcPts val="0"/>
              </a:spcBef>
              <a:spcAft>
                <a:spcPts val="0"/>
              </a:spcAft>
              <a:buSzPts val="5400"/>
              <a:buChar char="○"/>
              <a:defRPr/>
            </a:lvl5pPr>
            <a:lvl6pPr indent="-571500" lvl="5" marL="2743200" algn="ctr">
              <a:lnSpc>
                <a:spcPct val="115000"/>
              </a:lnSpc>
              <a:spcBef>
                <a:spcPts val="0"/>
              </a:spcBef>
              <a:spcAft>
                <a:spcPts val="0"/>
              </a:spcAft>
              <a:buSzPts val="5400"/>
              <a:buChar char="■"/>
              <a:defRPr/>
            </a:lvl6pPr>
            <a:lvl7pPr indent="-571500" lvl="6" marL="3200400" algn="ctr">
              <a:lnSpc>
                <a:spcPct val="115000"/>
              </a:lnSpc>
              <a:spcBef>
                <a:spcPts val="0"/>
              </a:spcBef>
              <a:spcAft>
                <a:spcPts val="0"/>
              </a:spcAft>
              <a:buSzPts val="5400"/>
              <a:buChar char="●"/>
              <a:defRPr/>
            </a:lvl7pPr>
            <a:lvl8pPr indent="-571500" lvl="7" marL="3657600" algn="ctr">
              <a:lnSpc>
                <a:spcPct val="115000"/>
              </a:lnSpc>
              <a:spcBef>
                <a:spcPts val="0"/>
              </a:spcBef>
              <a:spcAft>
                <a:spcPts val="0"/>
              </a:spcAft>
              <a:buSzPts val="5400"/>
              <a:buChar char="○"/>
              <a:defRPr/>
            </a:lvl8pPr>
            <a:lvl9pPr indent="-571500" lvl="8" marL="4114800" algn="ctr">
              <a:lnSpc>
                <a:spcPct val="115000"/>
              </a:lnSpc>
              <a:spcBef>
                <a:spcPts val="0"/>
              </a:spcBef>
              <a:spcAft>
                <a:spcPts val="0"/>
              </a:spcAft>
              <a:buSzPts val="5400"/>
              <a:buChar char="■"/>
              <a:defRPr/>
            </a:lvl9pPr>
          </a:lstStyle>
          <a:p/>
        </p:txBody>
      </p:sp>
      <p:sp>
        <p:nvSpPr>
          <p:cNvPr id="49" name="Google Shape;49;p13"/>
          <p:cNvSpPr txBox="1"/>
          <p:nvPr>
            <p:ph idx="12" type="sldNum"/>
          </p:nvPr>
        </p:nvSpPr>
        <p:spPr>
          <a:xfrm>
            <a:off x="30500848" y="19896392"/>
            <a:ext cx="1975200" cy="1679400"/>
          </a:xfrm>
          <a:prstGeom prst="rect">
            <a:avLst/>
          </a:prstGeom>
          <a:noFill/>
          <a:ln>
            <a:noFill/>
          </a:ln>
        </p:spPr>
        <p:txBody>
          <a:bodyPr anchorCtr="0" anchor="ctr" bIns="349450" lIns="349450" spcFirstLastPara="1" rIns="349450" wrap="square" tIns="349450">
            <a:normAutofit/>
          </a:bodyPr>
          <a:lstStyle>
            <a:lvl1pPr indent="0" lvl="0"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122120" y="1898773"/>
            <a:ext cx="30674100" cy="2443500"/>
          </a:xfrm>
          <a:prstGeom prst="rect">
            <a:avLst/>
          </a:prstGeom>
          <a:noFill/>
          <a:ln>
            <a:noFill/>
          </a:ln>
        </p:spPr>
        <p:txBody>
          <a:bodyPr anchorCtr="0" anchor="t" bIns="349450" lIns="349450" spcFirstLastPara="1" rIns="349450" wrap="square" tIns="349450">
            <a:normAutofit/>
          </a:bodyPr>
          <a:lstStyle>
            <a:lvl1pPr lvl="0" marR="0" rtl="0" algn="l">
              <a:lnSpc>
                <a:spcPct val="100000"/>
              </a:lnSpc>
              <a:spcBef>
                <a:spcPts val="0"/>
              </a:spcBef>
              <a:spcAft>
                <a:spcPts val="0"/>
              </a:spcAft>
              <a:buClr>
                <a:schemeClr val="dk1"/>
              </a:buClr>
              <a:buSzPts val="10700"/>
              <a:buFont typeface="Arial"/>
              <a:buNone/>
              <a:defRPr b="0" i="0" sz="10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0700"/>
              <a:buFont typeface="Arial"/>
              <a:buNone/>
              <a:defRPr b="0" i="0" sz="10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0700"/>
              <a:buFont typeface="Arial"/>
              <a:buNone/>
              <a:defRPr b="0" i="0" sz="10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0700"/>
              <a:buFont typeface="Arial"/>
              <a:buNone/>
              <a:defRPr b="0" i="0" sz="10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0700"/>
              <a:buFont typeface="Arial"/>
              <a:buNone/>
              <a:defRPr b="0" i="0" sz="10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0700"/>
              <a:buFont typeface="Arial"/>
              <a:buNone/>
              <a:defRPr b="0" i="0" sz="10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0700"/>
              <a:buFont typeface="Arial"/>
              <a:buNone/>
              <a:defRPr b="0" i="0" sz="10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0700"/>
              <a:buFont typeface="Arial"/>
              <a:buNone/>
              <a:defRPr b="0" i="0" sz="10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0700"/>
              <a:buFont typeface="Arial"/>
              <a:buNone/>
              <a:defRPr b="0" i="0" sz="107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1122120" y="4917227"/>
            <a:ext cx="30674100" cy="14576700"/>
          </a:xfrm>
          <a:prstGeom prst="rect">
            <a:avLst/>
          </a:prstGeom>
          <a:noFill/>
          <a:ln>
            <a:noFill/>
          </a:ln>
        </p:spPr>
        <p:txBody>
          <a:bodyPr anchorCtr="0" anchor="t" bIns="349450" lIns="349450" spcFirstLastPara="1" rIns="349450" wrap="square" tIns="349450">
            <a:normAutofit/>
          </a:bodyPr>
          <a:lstStyle>
            <a:lvl1pPr indent="-666750" lvl="0" marL="457200" marR="0" rtl="0" algn="l">
              <a:lnSpc>
                <a:spcPct val="115000"/>
              </a:lnSpc>
              <a:spcBef>
                <a:spcPts val="0"/>
              </a:spcBef>
              <a:spcAft>
                <a:spcPts val="0"/>
              </a:spcAft>
              <a:buClr>
                <a:schemeClr val="dk2"/>
              </a:buClr>
              <a:buSzPts val="6900"/>
              <a:buFont typeface="Arial"/>
              <a:buChar char="●"/>
              <a:defRPr b="0" i="0" sz="6900" u="none" cap="none" strike="noStrike">
                <a:solidFill>
                  <a:schemeClr val="dk2"/>
                </a:solidFill>
                <a:latin typeface="Arial"/>
                <a:ea typeface="Arial"/>
                <a:cs typeface="Arial"/>
                <a:sym typeface="Arial"/>
              </a:defRPr>
            </a:lvl1pPr>
            <a:lvl2pPr indent="-571500" lvl="1" marL="914400" marR="0" rtl="0" algn="l">
              <a:lnSpc>
                <a:spcPct val="115000"/>
              </a:lnSpc>
              <a:spcBef>
                <a:spcPts val="0"/>
              </a:spcBef>
              <a:spcAft>
                <a:spcPts val="0"/>
              </a:spcAft>
              <a:buClr>
                <a:schemeClr val="dk2"/>
              </a:buClr>
              <a:buSzPts val="5400"/>
              <a:buFont typeface="Arial"/>
              <a:buChar char="○"/>
              <a:defRPr b="0" i="0" sz="5400" u="none" cap="none" strike="noStrike">
                <a:solidFill>
                  <a:schemeClr val="dk2"/>
                </a:solidFill>
                <a:latin typeface="Arial"/>
                <a:ea typeface="Arial"/>
                <a:cs typeface="Arial"/>
                <a:sym typeface="Arial"/>
              </a:defRPr>
            </a:lvl2pPr>
            <a:lvl3pPr indent="-571500" lvl="2" marL="1371600" marR="0" rtl="0" algn="l">
              <a:lnSpc>
                <a:spcPct val="115000"/>
              </a:lnSpc>
              <a:spcBef>
                <a:spcPts val="0"/>
              </a:spcBef>
              <a:spcAft>
                <a:spcPts val="0"/>
              </a:spcAft>
              <a:buClr>
                <a:schemeClr val="dk2"/>
              </a:buClr>
              <a:buSzPts val="5400"/>
              <a:buFont typeface="Arial"/>
              <a:buChar char="■"/>
              <a:defRPr b="0" i="0" sz="5400" u="none" cap="none" strike="noStrike">
                <a:solidFill>
                  <a:schemeClr val="dk2"/>
                </a:solidFill>
                <a:latin typeface="Arial"/>
                <a:ea typeface="Arial"/>
                <a:cs typeface="Arial"/>
                <a:sym typeface="Arial"/>
              </a:defRPr>
            </a:lvl3pPr>
            <a:lvl4pPr indent="-571500" lvl="3" marL="1828800" marR="0" rtl="0" algn="l">
              <a:lnSpc>
                <a:spcPct val="115000"/>
              </a:lnSpc>
              <a:spcBef>
                <a:spcPts val="0"/>
              </a:spcBef>
              <a:spcAft>
                <a:spcPts val="0"/>
              </a:spcAft>
              <a:buClr>
                <a:schemeClr val="dk2"/>
              </a:buClr>
              <a:buSzPts val="5400"/>
              <a:buFont typeface="Arial"/>
              <a:buChar char="●"/>
              <a:defRPr b="0" i="0" sz="5400" u="none" cap="none" strike="noStrike">
                <a:solidFill>
                  <a:schemeClr val="dk2"/>
                </a:solidFill>
                <a:latin typeface="Arial"/>
                <a:ea typeface="Arial"/>
                <a:cs typeface="Arial"/>
                <a:sym typeface="Arial"/>
              </a:defRPr>
            </a:lvl4pPr>
            <a:lvl5pPr indent="-571500" lvl="4" marL="2286000" marR="0" rtl="0" algn="l">
              <a:lnSpc>
                <a:spcPct val="115000"/>
              </a:lnSpc>
              <a:spcBef>
                <a:spcPts val="0"/>
              </a:spcBef>
              <a:spcAft>
                <a:spcPts val="0"/>
              </a:spcAft>
              <a:buClr>
                <a:schemeClr val="dk2"/>
              </a:buClr>
              <a:buSzPts val="5400"/>
              <a:buFont typeface="Arial"/>
              <a:buChar char="○"/>
              <a:defRPr b="0" i="0" sz="5400" u="none" cap="none" strike="noStrike">
                <a:solidFill>
                  <a:schemeClr val="dk2"/>
                </a:solidFill>
                <a:latin typeface="Arial"/>
                <a:ea typeface="Arial"/>
                <a:cs typeface="Arial"/>
                <a:sym typeface="Arial"/>
              </a:defRPr>
            </a:lvl5pPr>
            <a:lvl6pPr indent="-571500" lvl="5" marL="2743200" marR="0" rtl="0" algn="l">
              <a:lnSpc>
                <a:spcPct val="115000"/>
              </a:lnSpc>
              <a:spcBef>
                <a:spcPts val="0"/>
              </a:spcBef>
              <a:spcAft>
                <a:spcPts val="0"/>
              </a:spcAft>
              <a:buClr>
                <a:schemeClr val="dk2"/>
              </a:buClr>
              <a:buSzPts val="5400"/>
              <a:buFont typeface="Arial"/>
              <a:buChar char="■"/>
              <a:defRPr b="0" i="0" sz="5400" u="none" cap="none" strike="noStrike">
                <a:solidFill>
                  <a:schemeClr val="dk2"/>
                </a:solidFill>
                <a:latin typeface="Arial"/>
                <a:ea typeface="Arial"/>
                <a:cs typeface="Arial"/>
                <a:sym typeface="Arial"/>
              </a:defRPr>
            </a:lvl6pPr>
            <a:lvl7pPr indent="-571500" lvl="6" marL="3200400" marR="0" rtl="0" algn="l">
              <a:lnSpc>
                <a:spcPct val="115000"/>
              </a:lnSpc>
              <a:spcBef>
                <a:spcPts val="0"/>
              </a:spcBef>
              <a:spcAft>
                <a:spcPts val="0"/>
              </a:spcAft>
              <a:buClr>
                <a:schemeClr val="dk2"/>
              </a:buClr>
              <a:buSzPts val="5400"/>
              <a:buFont typeface="Arial"/>
              <a:buChar char="●"/>
              <a:defRPr b="0" i="0" sz="5400" u="none" cap="none" strike="noStrike">
                <a:solidFill>
                  <a:schemeClr val="dk2"/>
                </a:solidFill>
                <a:latin typeface="Arial"/>
                <a:ea typeface="Arial"/>
                <a:cs typeface="Arial"/>
                <a:sym typeface="Arial"/>
              </a:defRPr>
            </a:lvl7pPr>
            <a:lvl8pPr indent="-571500" lvl="7" marL="3657600" marR="0" rtl="0" algn="l">
              <a:lnSpc>
                <a:spcPct val="115000"/>
              </a:lnSpc>
              <a:spcBef>
                <a:spcPts val="0"/>
              </a:spcBef>
              <a:spcAft>
                <a:spcPts val="0"/>
              </a:spcAft>
              <a:buClr>
                <a:schemeClr val="dk2"/>
              </a:buClr>
              <a:buSzPts val="5400"/>
              <a:buFont typeface="Arial"/>
              <a:buChar char="○"/>
              <a:defRPr b="0" i="0" sz="5400" u="none" cap="none" strike="noStrike">
                <a:solidFill>
                  <a:schemeClr val="dk2"/>
                </a:solidFill>
                <a:latin typeface="Arial"/>
                <a:ea typeface="Arial"/>
                <a:cs typeface="Arial"/>
                <a:sym typeface="Arial"/>
              </a:defRPr>
            </a:lvl8pPr>
            <a:lvl9pPr indent="-571500" lvl="8" marL="4114800" marR="0" rtl="0" algn="l">
              <a:lnSpc>
                <a:spcPct val="115000"/>
              </a:lnSpc>
              <a:spcBef>
                <a:spcPts val="0"/>
              </a:spcBef>
              <a:spcAft>
                <a:spcPts val="0"/>
              </a:spcAft>
              <a:buClr>
                <a:schemeClr val="dk2"/>
              </a:buClr>
              <a:buSzPts val="5400"/>
              <a:buFont typeface="Arial"/>
              <a:buChar char="■"/>
              <a:defRPr b="0" i="0" sz="5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30500848" y="19896392"/>
            <a:ext cx="1975200" cy="1679400"/>
          </a:xfrm>
          <a:prstGeom prst="rect">
            <a:avLst/>
          </a:prstGeom>
          <a:noFill/>
          <a:ln>
            <a:noFill/>
          </a:ln>
        </p:spPr>
        <p:txBody>
          <a:bodyPr anchorCtr="0" anchor="ctr" bIns="349450" lIns="349450" spcFirstLastPara="1" rIns="349450" wrap="square" tIns="349450">
            <a:normAutofit/>
          </a:bodyPr>
          <a:lstStyle>
            <a:lvl1pPr indent="0" lvl="0" marL="0" marR="0" rtl="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800"/>
              <a:buFont typeface="Arial"/>
              <a:buNone/>
              <a:defRPr b="0" i="0" sz="38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3" name="Shape 53"/>
        <p:cNvGrpSpPr/>
        <p:nvPr/>
      </p:nvGrpSpPr>
      <p:grpSpPr>
        <a:xfrm>
          <a:off x="0" y="0"/>
          <a:ext cx="0" cy="0"/>
          <a:chOff x="0" y="0"/>
          <a:chExt cx="0" cy="0"/>
        </a:xfrm>
      </p:grpSpPr>
      <p:sp>
        <p:nvSpPr>
          <p:cNvPr id="54" name="Google Shape;54;p1"/>
          <p:cNvSpPr/>
          <p:nvPr/>
        </p:nvSpPr>
        <p:spPr>
          <a:xfrm>
            <a:off x="6208988" y="360315"/>
            <a:ext cx="20460000" cy="3819600"/>
          </a:xfrm>
          <a:prstGeom prst="roundRect">
            <a:avLst>
              <a:gd fmla="val 16667" name="adj"/>
            </a:avLst>
          </a:prstGeom>
          <a:solidFill>
            <a:srgbClr val="D9D2E9"/>
          </a:solidFill>
          <a:ln>
            <a:noFill/>
          </a:ln>
        </p:spPr>
        <p:txBody>
          <a:bodyPr anchorCtr="0" anchor="ctr" bIns="349450" lIns="349450" spcFirstLastPara="1" rIns="349450" wrap="square" tIns="349450">
            <a:noAutofit/>
          </a:bodyPr>
          <a:lstStyle/>
          <a:p>
            <a:pPr indent="0" lvl="0" marL="0" marR="0" rtl="0" algn="l">
              <a:lnSpc>
                <a:spcPct val="100000"/>
              </a:lnSpc>
              <a:spcBef>
                <a:spcPts val="0"/>
              </a:spcBef>
              <a:spcAft>
                <a:spcPts val="0"/>
              </a:spcAft>
              <a:buClr>
                <a:srgbClr val="000000"/>
              </a:buClr>
              <a:buSzPts val="9900"/>
              <a:buFont typeface="Arial"/>
              <a:buNone/>
            </a:pPr>
            <a:r>
              <a:t/>
            </a:r>
            <a:endParaRPr b="1" i="0" sz="4200" u="none" cap="none" strike="noStrike">
              <a:solidFill>
                <a:srgbClr val="000000"/>
              </a:solidFill>
              <a:latin typeface="Proxima Nova"/>
              <a:ea typeface="Proxima Nova"/>
              <a:cs typeface="Proxima Nova"/>
              <a:sym typeface="Proxima Nova"/>
            </a:endParaRPr>
          </a:p>
        </p:txBody>
      </p:sp>
      <p:sp>
        <p:nvSpPr>
          <p:cNvPr id="55" name="Google Shape;55;p1"/>
          <p:cNvSpPr/>
          <p:nvPr/>
        </p:nvSpPr>
        <p:spPr>
          <a:xfrm>
            <a:off x="323225" y="4835771"/>
            <a:ext cx="8908200" cy="1614000"/>
          </a:xfrm>
          <a:prstGeom prst="roundRect">
            <a:avLst>
              <a:gd fmla="val 16667" name="adj"/>
            </a:avLst>
          </a:prstGeom>
          <a:solidFill>
            <a:srgbClr val="D9D2E9"/>
          </a:solidFill>
          <a:ln>
            <a:noFill/>
          </a:ln>
        </p:spPr>
        <p:txBody>
          <a:bodyPr anchorCtr="0" anchor="ctr" bIns="349450" lIns="349450" spcFirstLastPara="1" rIns="349450" wrap="square" tIns="349450">
            <a:noAutofit/>
          </a:bodyPr>
          <a:lstStyle/>
          <a:p>
            <a:pPr indent="0" lvl="0" marL="0" marR="0" rtl="0" algn="ctr">
              <a:lnSpc>
                <a:spcPct val="100000"/>
              </a:lnSpc>
              <a:spcBef>
                <a:spcPts val="0"/>
              </a:spcBef>
              <a:spcAft>
                <a:spcPts val="0"/>
              </a:spcAft>
              <a:buClr>
                <a:srgbClr val="000000"/>
              </a:buClr>
              <a:buSzPts val="5400"/>
              <a:buFont typeface="Arial"/>
              <a:buNone/>
            </a:pPr>
            <a:r>
              <a:rPr b="1" i="0" lang="en" sz="5300" u="none" cap="none" strike="noStrike">
                <a:solidFill>
                  <a:srgbClr val="000000"/>
                </a:solidFill>
                <a:latin typeface="Georgia"/>
                <a:ea typeface="Georgia"/>
                <a:cs typeface="Georgia"/>
                <a:sym typeface="Georgia"/>
              </a:rPr>
              <a:t>Introduction &amp; Novelty</a:t>
            </a:r>
            <a:endParaRPr b="1" i="0" sz="5300" u="none" cap="none" strike="noStrike">
              <a:solidFill>
                <a:srgbClr val="000000"/>
              </a:solidFill>
              <a:latin typeface="Georgia"/>
              <a:ea typeface="Georgia"/>
              <a:cs typeface="Georgia"/>
              <a:sym typeface="Georgia"/>
            </a:endParaRPr>
          </a:p>
        </p:txBody>
      </p:sp>
      <p:sp>
        <p:nvSpPr>
          <p:cNvPr id="56" name="Google Shape;56;p1"/>
          <p:cNvSpPr txBox="1"/>
          <p:nvPr/>
        </p:nvSpPr>
        <p:spPr>
          <a:xfrm>
            <a:off x="323225" y="6349586"/>
            <a:ext cx="8908200" cy="7724700"/>
          </a:xfrm>
          <a:prstGeom prst="rect">
            <a:avLst/>
          </a:prstGeom>
          <a:noFill/>
          <a:ln>
            <a:noFill/>
          </a:ln>
        </p:spPr>
        <p:txBody>
          <a:bodyPr anchorCtr="0" anchor="t" bIns="349450" lIns="349450" spcFirstLastPara="1" rIns="349450" wrap="square" tIns="349450">
            <a:spAutoFit/>
          </a:bodyPr>
          <a:lstStyle/>
          <a:p>
            <a:pPr indent="0" lvl="0" marL="0" rtl="0" algn="just">
              <a:spcBef>
                <a:spcPts val="0"/>
              </a:spcBef>
              <a:spcAft>
                <a:spcPts val="0"/>
              </a:spcAft>
              <a:buClr>
                <a:schemeClr val="dk1"/>
              </a:buClr>
              <a:buSzPts val="1100"/>
              <a:buFont typeface="Arial"/>
              <a:buNone/>
            </a:pPr>
            <a:r>
              <a:rPr lang="en" sz="2400">
                <a:latin typeface="Georgia"/>
                <a:ea typeface="Georgia"/>
                <a:cs typeface="Georgia"/>
                <a:sym typeface="Georgia"/>
              </a:rPr>
              <a:t>Home insurance premium calculations are stuck in the past—relying on outdated factors like credit score, age, and zip code, while ignoring the growing threat of extreme weather. As storms, floods, wildfires, and hurricanes become more frequent and severe, traditional models have failed to adapt, leading to over 300,000 premium-related complaints annually and exposing a major gap in fairness and transparency. ThunderQuote directly addresses this by integrating historical storm event data with established actuarial methods, creating a smarter, more responsive way to estimate premiums based on real-world risk. Unlike traditional systems that use either overly simplified metrics or expensive, outdated catastrophe models, ThunderQuote fuses local storm history with conventional risk factors to offer both accuracy and accessibility. Our transparent platform allows users—insurers and policyholders alike—to explore risk data down to the county level, making premium calculations clearer, fairer, and better suited for a climate-challenged future.</a:t>
            </a:r>
            <a:endParaRPr sz="2400">
              <a:latin typeface="Georgia"/>
              <a:ea typeface="Georgia"/>
              <a:cs typeface="Georgia"/>
              <a:sym typeface="Georgia"/>
            </a:endParaRPr>
          </a:p>
        </p:txBody>
      </p:sp>
      <p:sp>
        <p:nvSpPr>
          <p:cNvPr id="57" name="Google Shape;57;p1"/>
          <p:cNvSpPr/>
          <p:nvPr/>
        </p:nvSpPr>
        <p:spPr>
          <a:xfrm>
            <a:off x="9367375" y="16573425"/>
            <a:ext cx="14183700" cy="1614000"/>
          </a:xfrm>
          <a:prstGeom prst="roundRect">
            <a:avLst>
              <a:gd fmla="val 16667" name="adj"/>
            </a:avLst>
          </a:prstGeom>
          <a:solidFill>
            <a:srgbClr val="D9D2E9"/>
          </a:solidFill>
          <a:ln cap="flat" cmpd="sng" w="9525">
            <a:solidFill>
              <a:schemeClr val="lt2"/>
            </a:solidFill>
            <a:prstDash val="solid"/>
            <a:round/>
            <a:headEnd len="sm" w="sm" type="none"/>
            <a:tailEnd len="sm" w="sm" type="none"/>
          </a:ln>
        </p:spPr>
        <p:txBody>
          <a:bodyPr anchorCtr="0" anchor="ctr" bIns="349450" lIns="349450" spcFirstLastPara="1" rIns="349450" wrap="square" tIns="349450">
            <a:noAutofit/>
          </a:bodyPr>
          <a:lstStyle/>
          <a:p>
            <a:pPr indent="0" lvl="0" marL="0" marR="0" rtl="0" algn="ctr">
              <a:lnSpc>
                <a:spcPct val="100000"/>
              </a:lnSpc>
              <a:spcBef>
                <a:spcPts val="0"/>
              </a:spcBef>
              <a:spcAft>
                <a:spcPts val="0"/>
              </a:spcAft>
              <a:buClr>
                <a:srgbClr val="000000"/>
              </a:buClr>
              <a:buSzPts val="5400"/>
              <a:buFont typeface="Arial"/>
              <a:buNone/>
            </a:pPr>
            <a:r>
              <a:rPr b="1" i="0" lang="en" sz="5300" u="none" cap="none" strike="noStrike">
                <a:solidFill>
                  <a:srgbClr val="000000"/>
                </a:solidFill>
                <a:latin typeface="Georgia"/>
                <a:ea typeface="Georgia"/>
                <a:cs typeface="Georgia"/>
                <a:sym typeface="Georgia"/>
              </a:rPr>
              <a:t>Results</a:t>
            </a:r>
            <a:endParaRPr b="1" i="0" sz="5300" u="none" cap="none" strike="noStrike">
              <a:solidFill>
                <a:srgbClr val="000000"/>
              </a:solidFill>
              <a:latin typeface="Georgia"/>
              <a:ea typeface="Georgia"/>
              <a:cs typeface="Georgia"/>
              <a:sym typeface="Georgia"/>
            </a:endParaRPr>
          </a:p>
        </p:txBody>
      </p:sp>
      <p:grpSp>
        <p:nvGrpSpPr>
          <p:cNvPr id="58" name="Google Shape;58;p1"/>
          <p:cNvGrpSpPr/>
          <p:nvPr/>
        </p:nvGrpSpPr>
        <p:grpSpPr>
          <a:xfrm>
            <a:off x="11101475" y="4477870"/>
            <a:ext cx="10715502" cy="5436445"/>
            <a:chOff x="10951807" y="10612703"/>
            <a:chExt cx="11137618" cy="5700970"/>
          </a:xfrm>
        </p:grpSpPr>
        <p:sp>
          <p:nvSpPr>
            <p:cNvPr id="59" name="Google Shape;59;p1"/>
            <p:cNvSpPr txBox="1"/>
            <p:nvPr/>
          </p:nvSpPr>
          <p:spPr>
            <a:xfrm>
              <a:off x="12926273" y="15040773"/>
              <a:ext cx="6893400" cy="1272900"/>
            </a:xfrm>
            <a:prstGeom prst="rect">
              <a:avLst/>
            </a:prstGeom>
            <a:noFill/>
            <a:ln>
              <a:noFill/>
            </a:ln>
          </p:spPr>
          <p:txBody>
            <a:bodyPr anchorCtr="0" anchor="t" bIns="349450" lIns="349450" spcFirstLastPara="1" rIns="349450" wrap="square" tIns="349450">
              <a:spAutoFit/>
            </a:bodyPr>
            <a:lstStyle/>
            <a:p>
              <a:pPr indent="0" lvl="0" marL="0" marR="0" rtl="0" algn="ctr">
                <a:lnSpc>
                  <a:spcPct val="100000"/>
                </a:lnSpc>
                <a:spcBef>
                  <a:spcPts val="0"/>
                </a:spcBef>
                <a:spcAft>
                  <a:spcPts val="0"/>
                </a:spcAft>
                <a:buClr>
                  <a:srgbClr val="000000"/>
                </a:buClr>
                <a:buSzPts val="3400"/>
                <a:buFont typeface="Arial"/>
                <a:buNone/>
              </a:pPr>
              <a:r>
                <a:rPr i="1" lang="en" sz="3300" u="none" cap="none" strike="noStrike">
                  <a:solidFill>
                    <a:srgbClr val="000000"/>
                  </a:solidFill>
                  <a:latin typeface="Georgia"/>
                  <a:ea typeface="Georgia"/>
                  <a:cs typeface="Georgia"/>
                  <a:sym typeface="Georgia"/>
                </a:rPr>
                <a:t>Fig</a:t>
              </a:r>
              <a:r>
                <a:rPr i="1" lang="en" sz="3300">
                  <a:latin typeface="Georgia"/>
                  <a:ea typeface="Georgia"/>
                  <a:cs typeface="Georgia"/>
                  <a:sym typeface="Georgia"/>
                </a:rPr>
                <a:t>ure</a:t>
              </a:r>
              <a:r>
                <a:rPr i="1" lang="en" sz="3300" u="none" cap="none" strike="noStrike">
                  <a:solidFill>
                    <a:srgbClr val="000000"/>
                  </a:solidFill>
                  <a:latin typeface="Georgia"/>
                  <a:ea typeface="Georgia"/>
                  <a:cs typeface="Georgia"/>
                  <a:sym typeface="Georgia"/>
                </a:rPr>
                <a:t> </a:t>
              </a:r>
              <a:r>
                <a:rPr i="1" lang="en" sz="3300">
                  <a:latin typeface="Georgia"/>
                  <a:ea typeface="Georgia"/>
                  <a:cs typeface="Georgia"/>
                  <a:sym typeface="Georgia"/>
                </a:rPr>
                <a:t>2</a:t>
              </a:r>
              <a:r>
                <a:rPr i="1" lang="en" sz="3300" u="none" cap="none" strike="noStrike">
                  <a:solidFill>
                    <a:srgbClr val="000000"/>
                  </a:solidFill>
                  <a:latin typeface="Georgia"/>
                  <a:ea typeface="Georgia"/>
                  <a:cs typeface="Georgia"/>
                  <a:sym typeface="Georgia"/>
                </a:rPr>
                <a:t>: Systems Architecture</a:t>
              </a:r>
              <a:endParaRPr i="1" sz="3300" u="none" cap="none" strike="noStrike">
                <a:solidFill>
                  <a:srgbClr val="000000"/>
                </a:solidFill>
                <a:latin typeface="Georgia"/>
                <a:ea typeface="Georgia"/>
                <a:cs typeface="Georgia"/>
                <a:sym typeface="Georgia"/>
              </a:endParaRPr>
            </a:p>
          </p:txBody>
        </p:sp>
        <p:pic>
          <p:nvPicPr>
            <p:cNvPr id="60" name="Google Shape;60;p1" title="Screenshot 2025-04-27 at 16.05.58.png"/>
            <p:cNvPicPr preferRelativeResize="0"/>
            <p:nvPr/>
          </p:nvPicPr>
          <p:blipFill rotWithShape="1">
            <a:blip r:embed="rId3">
              <a:alphaModFix/>
            </a:blip>
            <a:srcRect b="4279" l="0" r="0" t="3884"/>
            <a:stretch/>
          </p:blipFill>
          <p:spPr>
            <a:xfrm>
              <a:off x="10951807" y="10612703"/>
              <a:ext cx="11137618" cy="4500794"/>
            </a:xfrm>
            <a:prstGeom prst="rect">
              <a:avLst/>
            </a:prstGeom>
            <a:noFill/>
            <a:ln cap="flat" cmpd="sng" w="28575">
              <a:solidFill>
                <a:srgbClr val="000000"/>
              </a:solidFill>
              <a:prstDash val="solid"/>
              <a:round/>
              <a:headEnd len="sm" w="sm" type="none"/>
              <a:tailEnd len="sm" w="sm" type="none"/>
            </a:ln>
          </p:spPr>
        </p:pic>
      </p:grpSp>
      <p:sp>
        <p:nvSpPr>
          <p:cNvPr id="61" name="Google Shape;61;p1"/>
          <p:cNvSpPr txBox="1"/>
          <p:nvPr/>
        </p:nvSpPr>
        <p:spPr>
          <a:xfrm>
            <a:off x="9347150" y="18031924"/>
            <a:ext cx="14183700" cy="4030500"/>
          </a:xfrm>
          <a:prstGeom prst="rect">
            <a:avLst/>
          </a:prstGeom>
          <a:noFill/>
          <a:ln>
            <a:noFill/>
          </a:ln>
        </p:spPr>
        <p:txBody>
          <a:bodyPr anchorCtr="0" anchor="t" bIns="349450" lIns="349450" spcFirstLastPara="1" rIns="349450" wrap="square" tIns="349450">
            <a:spAutoFit/>
          </a:bodyPr>
          <a:lstStyle/>
          <a:p>
            <a:pPr indent="0" lvl="0" marL="0" rtl="0" algn="just">
              <a:spcBef>
                <a:spcPts val="0"/>
              </a:spcBef>
              <a:spcAft>
                <a:spcPts val="0"/>
              </a:spcAft>
              <a:buClr>
                <a:schemeClr val="dk1"/>
              </a:buClr>
              <a:buSzPts val="1100"/>
              <a:buFont typeface="Arial"/>
              <a:buNone/>
            </a:pPr>
            <a:r>
              <a:rPr lang="en" sz="2400">
                <a:latin typeface="Georgia"/>
                <a:ea typeface="Georgia"/>
                <a:cs typeface="Georgia"/>
                <a:sym typeface="Georgia"/>
              </a:rPr>
              <a:t>As shown in Figure 3, ThunderQuote’s dashboard offers a fast, clean experience where users can visualize claims and storm data from the national to county level. After login, users see claims, event counts, and risk scores overlaid on an interactive map. Performance metrics show the Random Forest model achieving an average error of  around $1841 off per claim with a 12% error on our testing set (2024 data). The Gradient Boosting model’s average error was around $1529 off per claim with a 10% error on our testing set. Finally, our neural networks average error dropped to around $1237 off per claim with only an 8% error on the testing set. ThunderQuote’s multi-model strategy consistently beats traditional methods, delivering smarter premium estimates with real-world environmental context.</a:t>
            </a:r>
            <a:endParaRPr sz="2400">
              <a:latin typeface="Georgia"/>
              <a:ea typeface="Georgia"/>
              <a:cs typeface="Georgia"/>
              <a:sym typeface="Georgia"/>
            </a:endParaRPr>
          </a:p>
        </p:txBody>
      </p:sp>
      <p:sp>
        <p:nvSpPr>
          <p:cNvPr id="62" name="Google Shape;62;p1"/>
          <p:cNvSpPr/>
          <p:nvPr/>
        </p:nvSpPr>
        <p:spPr>
          <a:xfrm>
            <a:off x="9367375" y="9791000"/>
            <a:ext cx="14183700" cy="1614000"/>
          </a:xfrm>
          <a:prstGeom prst="roundRect">
            <a:avLst>
              <a:gd fmla="val 16667" name="adj"/>
            </a:avLst>
          </a:prstGeom>
          <a:solidFill>
            <a:srgbClr val="CFE2F3"/>
          </a:solidFill>
          <a:ln>
            <a:noFill/>
          </a:ln>
        </p:spPr>
        <p:txBody>
          <a:bodyPr anchorCtr="0" anchor="ctr" bIns="349450" lIns="349450" spcFirstLastPara="1" rIns="349450" wrap="square" tIns="349450">
            <a:noAutofit/>
          </a:bodyPr>
          <a:lstStyle/>
          <a:p>
            <a:pPr indent="0" lvl="0" marL="0" marR="0" rtl="0" algn="ctr">
              <a:lnSpc>
                <a:spcPct val="100000"/>
              </a:lnSpc>
              <a:spcBef>
                <a:spcPts val="0"/>
              </a:spcBef>
              <a:spcAft>
                <a:spcPts val="0"/>
              </a:spcAft>
              <a:buClr>
                <a:srgbClr val="000000"/>
              </a:buClr>
              <a:buSzPts val="5400"/>
              <a:buFont typeface="Arial"/>
              <a:buNone/>
            </a:pPr>
            <a:r>
              <a:rPr b="1" i="0" lang="en" sz="5300" u="none" cap="none" strike="noStrike">
                <a:solidFill>
                  <a:srgbClr val="000000"/>
                </a:solidFill>
                <a:latin typeface="Georgia"/>
                <a:ea typeface="Georgia"/>
                <a:cs typeface="Georgia"/>
                <a:sym typeface="Georgia"/>
              </a:rPr>
              <a:t>Methods</a:t>
            </a:r>
            <a:endParaRPr b="1" i="0" sz="5300" u="none" cap="none" strike="noStrike">
              <a:solidFill>
                <a:srgbClr val="000000"/>
              </a:solidFill>
              <a:latin typeface="Georgia"/>
              <a:ea typeface="Georgia"/>
              <a:cs typeface="Georgia"/>
              <a:sym typeface="Georgia"/>
            </a:endParaRPr>
          </a:p>
        </p:txBody>
      </p:sp>
      <p:sp>
        <p:nvSpPr>
          <p:cNvPr id="63" name="Google Shape;63;p1"/>
          <p:cNvSpPr/>
          <p:nvPr/>
        </p:nvSpPr>
        <p:spPr>
          <a:xfrm>
            <a:off x="23646463" y="4759567"/>
            <a:ext cx="8908200" cy="1614000"/>
          </a:xfrm>
          <a:prstGeom prst="roundRect">
            <a:avLst>
              <a:gd fmla="val 16667" name="adj"/>
            </a:avLst>
          </a:prstGeom>
          <a:solidFill>
            <a:srgbClr val="D9D2E9"/>
          </a:solidFill>
          <a:ln>
            <a:noFill/>
          </a:ln>
        </p:spPr>
        <p:txBody>
          <a:bodyPr anchorCtr="0" anchor="ctr" bIns="349450" lIns="349450" spcFirstLastPara="1" rIns="349450" wrap="square" tIns="349450">
            <a:noAutofit/>
          </a:bodyPr>
          <a:lstStyle/>
          <a:p>
            <a:pPr indent="0" lvl="0" marL="0" marR="0" rtl="0" algn="ctr">
              <a:lnSpc>
                <a:spcPct val="100000"/>
              </a:lnSpc>
              <a:spcBef>
                <a:spcPts val="0"/>
              </a:spcBef>
              <a:spcAft>
                <a:spcPts val="0"/>
              </a:spcAft>
              <a:buClr>
                <a:srgbClr val="000000"/>
              </a:buClr>
              <a:buSzPts val="5400"/>
              <a:buFont typeface="Arial"/>
              <a:buNone/>
            </a:pPr>
            <a:r>
              <a:rPr b="1" i="0" lang="en" sz="5300" u="none" cap="none" strike="noStrike">
                <a:solidFill>
                  <a:srgbClr val="000000"/>
                </a:solidFill>
                <a:latin typeface="Georgia"/>
                <a:ea typeface="Georgia"/>
                <a:cs typeface="Georgia"/>
                <a:sym typeface="Georgia"/>
              </a:rPr>
              <a:t>Impact &amp; Future Work</a:t>
            </a:r>
            <a:endParaRPr b="1" i="0" sz="5300" u="none" cap="none" strike="noStrike">
              <a:solidFill>
                <a:srgbClr val="000000"/>
              </a:solidFill>
              <a:latin typeface="Georgia"/>
              <a:ea typeface="Georgia"/>
              <a:cs typeface="Georgia"/>
              <a:sym typeface="Georgia"/>
            </a:endParaRPr>
          </a:p>
        </p:txBody>
      </p:sp>
      <p:sp>
        <p:nvSpPr>
          <p:cNvPr id="64" name="Google Shape;64;p1"/>
          <p:cNvSpPr txBox="1"/>
          <p:nvPr/>
        </p:nvSpPr>
        <p:spPr>
          <a:xfrm>
            <a:off x="9367375" y="11224372"/>
            <a:ext cx="14183700" cy="5508300"/>
          </a:xfrm>
          <a:prstGeom prst="rect">
            <a:avLst/>
          </a:prstGeom>
          <a:noFill/>
          <a:ln>
            <a:noFill/>
          </a:ln>
        </p:spPr>
        <p:txBody>
          <a:bodyPr anchorCtr="0" anchor="t" bIns="349450" lIns="349450" spcFirstLastPara="1" rIns="349450" wrap="square" tIns="349450">
            <a:spAutoFit/>
          </a:bodyPr>
          <a:lstStyle/>
          <a:p>
            <a:pPr indent="0" lvl="0" marL="0" rtl="0" algn="just">
              <a:spcBef>
                <a:spcPts val="0"/>
              </a:spcBef>
              <a:spcAft>
                <a:spcPts val="0"/>
              </a:spcAft>
              <a:buClr>
                <a:schemeClr val="dk1"/>
              </a:buClr>
              <a:buSzPts val="1100"/>
              <a:buFont typeface="Arial"/>
              <a:buNone/>
            </a:pPr>
            <a:r>
              <a:rPr lang="en" sz="2400">
                <a:latin typeface="Georgia"/>
                <a:ea typeface="Georgia"/>
                <a:cs typeface="Georgia"/>
                <a:sym typeface="Georgia"/>
              </a:rPr>
              <a:t>ThunderQuote’s system architecture, shown in Figure 2, starts with a massive, carefully engineered data collection phase. Using custom Selenium-based web scrapers, we gathered thousands of individual insurance claim records and matched them with over 40 years of storm event data visualized in Figure 1. With over 15,400 clicks and more than 70MB of raw information spanning all 50 states, we constructed one of the most detailed combined datasets currently available for insurance risk modeling. Preprocessing involved aggressive data cleaning: normalizing storm types, de-duplicating events, and synchronizing records by year, state, and county to ensure consistency. From there, we trained a range of predictive models—including Random Forests, Gradient Boosted Trees, and both PyTorch and TensorFlow-based neural networks. Each model was evaluated for accuracy, with Pearson correlations guiding the feature selection to highlight which storm types most strongly predicted claims. On the frontend, we built a web application using Dash, Flask, and Plotly, allowing users to easily explore risk maps by clicking on states, zooming into counties, and seeing how storm events have historically impacted premiums.</a:t>
            </a:r>
            <a:endParaRPr sz="2400">
              <a:latin typeface="Georgia"/>
              <a:ea typeface="Georgia"/>
              <a:cs typeface="Georgia"/>
              <a:sym typeface="Georgia"/>
            </a:endParaRPr>
          </a:p>
        </p:txBody>
      </p:sp>
      <p:sp>
        <p:nvSpPr>
          <p:cNvPr id="65" name="Google Shape;65;p1"/>
          <p:cNvSpPr txBox="1"/>
          <p:nvPr/>
        </p:nvSpPr>
        <p:spPr>
          <a:xfrm>
            <a:off x="23646464" y="6221167"/>
            <a:ext cx="8908200" cy="7355400"/>
          </a:xfrm>
          <a:prstGeom prst="rect">
            <a:avLst/>
          </a:prstGeom>
          <a:noFill/>
          <a:ln>
            <a:noFill/>
          </a:ln>
        </p:spPr>
        <p:txBody>
          <a:bodyPr anchorCtr="0" anchor="t" bIns="349450" lIns="349450" spcFirstLastPara="1" rIns="349450" wrap="square" tIns="349450">
            <a:spAutoFit/>
          </a:bodyPr>
          <a:lstStyle/>
          <a:p>
            <a:pPr indent="0" lvl="0" marL="0" rtl="0" algn="just">
              <a:spcBef>
                <a:spcPts val="0"/>
              </a:spcBef>
              <a:spcAft>
                <a:spcPts val="0"/>
              </a:spcAft>
              <a:buClr>
                <a:schemeClr val="dk1"/>
              </a:buClr>
              <a:buSzPts val="1100"/>
              <a:buFont typeface="Arial"/>
              <a:buNone/>
            </a:pPr>
            <a:r>
              <a:rPr lang="en" sz="2400">
                <a:latin typeface="Georgia"/>
                <a:ea typeface="Georgia"/>
                <a:cs typeface="Georgia"/>
                <a:sym typeface="Georgia"/>
              </a:rPr>
              <a:t>ThunderQuote fundamentally changes how insurers and customers interact with risk information. By providing location-specific premium estimates based on real storm history, we allow insurers to offer fairer, more data-driven policies, while giving customers a clear explanation of their rates. This increased transparency can reduce policyholder complaints, improve customer satisfaction, and save companies countless hours in disputes and re-evaluations. Furthermore, by highlighting environmental factors that traditional models ignore, ThunderQuote helps align the insurance industry with the realities of a changing climate. Moving forward, we aim to integrate live weather data feeds into the model to reflect ongoing storm activity, enhance the neural networks with additional training on more granular event types, and expand the premium calculation tool currently on the dashboard—allowing users to input more of their own information to receive more accurate premium estimates personalized to their risk profile.</a:t>
            </a:r>
            <a:endParaRPr sz="2400">
              <a:latin typeface="Georgia"/>
              <a:ea typeface="Georgia"/>
              <a:cs typeface="Georgia"/>
              <a:sym typeface="Georgia"/>
            </a:endParaRPr>
          </a:p>
        </p:txBody>
      </p:sp>
      <p:sp>
        <p:nvSpPr>
          <p:cNvPr id="66" name="Google Shape;66;p1"/>
          <p:cNvSpPr txBox="1"/>
          <p:nvPr/>
        </p:nvSpPr>
        <p:spPr>
          <a:xfrm>
            <a:off x="24292963" y="20400554"/>
            <a:ext cx="7920000" cy="1213800"/>
          </a:xfrm>
          <a:prstGeom prst="rect">
            <a:avLst/>
          </a:prstGeom>
          <a:noFill/>
          <a:ln>
            <a:noFill/>
          </a:ln>
        </p:spPr>
        <p:txBody>
          <a:bodyPr anchorCtr="0" anchor="t" bIns="349450" lIns="349450" spcFirstLastPara="1" rIns="349450" wrap="square" tIns="349450">
            <a:spAutoFit/>
          </a:bodyPr>
          <a:lstStyle/>
          <a:p>
            <a:pPr indent="0" lvl="0" marL="0" marR="0" rtl="0" algn="ctr">
              <a:lnSpc>
                <a:spcPct val="100000"/>
              </a:lnSpc>
              <a:spcBef>
                <a:spcPts val="0"/>
              </a:spcBef>
              <a:spcAft>
                <a:spcPts val="0"/>
              </a:spcAft>
              <a:buClr>
                <a:srgbClr val="000000"/>
              </a:buClr>
              <a:buSzPts val="3400"/>
              <a:buFont typeface="Arial"/>
              <a:buNone/>
            </a:pPr>
            <a:r>
              <a:rPr i="1" lang="en" sz="3300" u="none" cap="none" strike="noStrike">
                <a:solidFill>
                  <a:srgbClr val="000000"/>
                </a:solidFill>
                <a:latin typeface="Georgia"/>
                <a:ea typeface="Georgia"/>
                <a:cs typeface="Georgia"/>
                <a:sym typeface="Georgia"/>
              </a:rPr>
              <a:t>Fig</a:t>
            </a:r>
            <a:r>
              <a:rPr i="1" lang="en" sz="3300">
                <a:latin typeface="Georgia"/>
                <a:ea typeface="Georgia"/>
                <a:cs typeface="Georgia"/>
                <a:sym typeface="Georgia"/>
              </a:rPr>
              <a:t>ure</a:t>
            </a:r>
            <a:r>
              <a:rPr i="1" lang="en" sz="3300" u="none" cap="none" strike="noStrike">
                <a:solidFill>
                  <a:srgbClr val="000000"/>
                </a:solidFill>
                <a:latin typeface="Georgia"/>
                <a:ea typeface="Georgia"/>
                <a:cs typeface="Georgia"/>
                <a:sym typeface="Georgia"/>
              </a:rPr>
              <a:t> </a:t>
            </a:r>
            <a:r>
              <a:rPr i="1" lang="en" sz="3300">
                <a:latin typeface="Georgia"/>
                <a:ea typeface="Georgia"/>
                <a:cs typeface="Georgia"/>
                <a:sym typeface="Georgia"/>
              </a:rPr>
              <a:t>3</a:t>
            </a:r>
            <a:r>
              <a:rPr i="1" lang="en" sz="3300" u="none" cap="none" strike="noStrike">
                <a:solidFill>
                  <a:srgbClr val="000000"/>
                </a:solidFill>
                <a:latin typeface="Georgia"/>
                <a:ea typeface="Georgia"/>
                <a:cs typeface="Georgia"/>
                <a:sym typeface="Georgia"/>
              </a:rPr>
              <a:t>: </a:t>
            </a:r>
            <a:r>
              <a:rPr i="1" lang="en" sz="3300">
                <a:latin typeface="Georgia"/>
                <a:ea typeface="Georgia"/>
                <a:cs typeface="Georgia"/>
                <a:sym typeface="Georgia"/>
              </a:rPr>
              <a:t>ThunderQuote Dashboard</a:t>
            </a:r>
            <a:endParaRPr i="1" sz="3300">
              <a:latin typeface="Georgia"/>
              <a:ea typeface="Georgia"/>
              <a:cs typeface="Georgia"/>
              <a:sym typeface="Georgia"/>
            </a:endParaRPr>
          </a:p>
        </p:txBody>
      </p:sp>
      <p:pic>
        <p:nvPicPr>
          <p:cNvPr id="67" name="Google Shape;67;p1"/>
          <p:cNvPicPr preferRelativeResize="0"/>
          <p:nvPr/>
        </p:nvPicPr>
        <p:blipFill>
          <a:blip r:embed="rId4">
            <a:alphaModFix/>
          </a:blip>
          <a:stretch>
            <a:fillRect/>
          </a:stretch>
        </p:blipFill>
        <p:spPr>
          <a:xfrm>
            <a:off x="12565186" y="375058"/>
            <a:ext cx="7920125" cy="3128103"/>
          </a:xfrm>
          <a:prstGeom prst="rect">
            <a:avLst/>
          </a:prstGeom>
          <a:noFill/>
          <a:ln>
            <a:noFill/>
          </a:ln>
        </p:spPr>
      </p:pic>
      <p:sp>
        <p:nvSpPr>
          <p:cNvPr id="68" name="Google Shape;68;p1"/>
          <p:cNvSpPr/>
          <p:nvPr/>
        </p:nvSpPr>
        <p:spPr>
          <a:xfrm>
            <a:off x="397150" y="724825"/>
            <a:ext cx="5322300" cy="3090600"/>
          </a:xfrm>
          <a:prstGeom prst="flowChartAlternateProcess">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9" name="Google Shape;69;p1"/>
          <p:cNvGrpSpPr/>
          <p:nvPr/>
        </p:nvGrpSpPr>
        <p:grpSpPr>
          <a:xfrm>
            <a:off x="23921775" y="13444375"/>
            <a:ext cx="8662400" cy="7114563"/>
            <a:chOff x="23839425" y="5033725"/>
            <a:chExt cx="8662400" cy="7114563"/>
          </a:xfrm>
        </p:grpSpPr>
        <p:pic>
          <p:nvPicPr>
            <p:cNvPr id="70" name="Google Shape;70;p1" title="Screenshot 2025-04-27 at 16.08.39.png"/>
            <p:cNvPicPr preferRelativeResize="0"/>
            <p:nvPr/>
          </p:nvPicPr>
          <p:blipFill rotWithShape="1">
            <a:blip r:embed="rId5">
              <a:alphaModFix/>
            </a:blip>
            <a:srcRect b="2903" l="0" r="27012" t="12679"/>
            <a:stretch/>
          </p:blipFill>
          <p:spPr>
            <a:xfrm>
              <a:off x="23839425" y="5033725"/>
              <a:ext cx="8662400" cy="6542588"/>
            </a:xfrm>
            <a:prstGeom prst="rect">
              <a:avLst/>
            </a:prstGeom>
            <a:noFill/>
            <a:ln cap="flat" cmpd="sng" w="28575">
              <a:solidFill>
                <a:srgbClr val="000000"/>
              </a:solidFill>
              <a:prstDash val="solid"/>
              <a:round/>
              <a:headEnd len="sm" w="sm" type="none"/>
              <a:tailEnd len="sm" w="sm" type="none"/>
            </a:ln>
          </p:spPr>
        </p:pic>
        <p:pic>
          <p:nvPicPr>
            <p:cNvPr id="71" name="Google Shape;71;p1" title="Screenshot 2025-04-27 at 16.14.12.png"/>
            <p:cNvPicPr preferRelativeResize="0"/>
            <p:nvPr/>
          </p:nvPicPr>
          <p:blipFill rotWithShape="1">
            <a:blip r:embed="rId6">
              <a:alphaModFix/>
            </a:blip>
            <a:srcRect b="22547" l="682" r="35579" t="29630"/>
            <a:stretch/>
          </p:blipFill>
          <p:spPr>
            <a:xfrm>
              <a:off x="24296624" y="9546409"/>
              <a:ext cx="5332250" cy="2601879"/>
            </a:xfrm>
            <a:prstGeom prst="rect">
              <a:avLst/>
            </a:prstGeom>
            <a:noFill/>
            <a:ln cap="flat" cmpd="sng" w="28575">
              <a:solidFill>
                <a:srgbClr val="000000"/>
              </a:solidFill>
              <a:prstDash val="solid"/>
              <a:round/>
              <a:headEnd len="sm" w="sm" type="none"/>
              <a:tailEnd len="sm" w="sm" type="none"/>
            </a:ln>
          </p:spPr>
        </p:pic>
        <p:cxnSp>
          <p:nvCxnSpPr>
            <p:cNvPr id="72" name="Google Shape;72;p1"/>
            <p:cNvCxnSpPr/>
            <p:nvPr/>
          </p:nvCxnSpPr>
          <p:spPr>
            <a:xfrm flipH="1">
              <a:off x="24286250" y="8457050"/>
              <a:ext cx="4648500" cy="1072500"/>
            </a:xfrm>
            <a:prstGeom prst="straightConnector1">
              <a:avLst/>
            </a:prstGeom>
            <a:noFill/>
            <a:ln cap="flat" cmpd="sng" w="28575">
              <a:solidFill>
                <a:schemeClr val="dk1"/>
              </a:solidFill>
              <a:prstDash val="solid"/>
              <a:round/>
              <a:headEnd len="med" w="med" type="none"/>
              <a:tailEnd len="med" w="med" type="none"/>
            </a:ln>
          </p:spPr>
        </p:cxnSp>
        <p:cxnSp>
          <p:nvCxnSpPr>
            <p:cNvPr id="73" name="Google Shape;73;p1"/>
            <p:cNvCxnSpPr/>
            <p:nvPr/>
          </p:nvCxnSpPr>
          <p:spPr>
            <a:xfrm flipH="1">
              <a:off x="29637450" y="8465075"/>
              <a:ext cx="507000" cy="1071300"/>
            </a:xfrm>
            <a:prstGeom prst="straightConnector1">
              <a:avLst/>
            </a:prstGeom>
            <a:noFill/>
            <a:ln cap="flat" cmpd="sng" w="28575">
              <a:solidFill>
                <a:schemeClr val="dk1"/>
              </a:solidFill>
              <a:prstDash val="solid"/>
              <a:round/>
              <a:headEnd len="med" w="med" type="none"/>
              <a:tailEnd len="med" w="med" type="none"/>
            </a:ln>
          </p:spPr>
        </p:cxnSp>
        <p:sp>
          <p:nvSpPr>
            <p:cNvPr id="74" name="Google Shape;74;p1"/>
            <p:cNvSpPr/>
            <p:nvPr/>
          </p:nvSpPr>
          <p:spPr>
            <a:xfrm>
              <a:off x="28925650" y="7845050"/>
              <a:ext cx="1219500" cy="617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75" name="Google Shape;75;p1"/>
          <p:cNvPicPr preferRelativeResize="0"/>
          <p:nvPr/>
        </p:nvPicPr>
        <p:blipFill>
          <a:blip r:embed="rId7">
            <a:alphaModFix/>
          </a:blip>
          <a:stretch>
            <a:fillRect/>
          </a:stretch>
        </p:blipFill>
        <p:spPr>
          <a:xfrm>
            <a:off x="334275" y="13939600"/>
            <a:ext cx="8662400" cy="5984775"/>
          </a:xfrm>
          <a:prstGeom prst="rect">
            <a:avLst/>
          </a:prstGeom>
          <a:noFill/>
          <a:ln cap="flat" cmpd="sng" w="9525">
            <a:solidFill>
              <a:srgbClr val="072037"/>
            </a:solidFill>
            <a:prstDash val="solid"/>
            <a:round/>
            <a:headEnd len="sm" w="sm" type="none"/>
            <a:tailEnd len="sm" w="sm" type="none"/>
          </a:ln>
        </p:spPr>
      </p:pic>
      <p:sp>
        <p:nvSpPr>
          <p:cNvPr id="76" name="Google Shape;76;p1"/>
          <p:cNvSpPr txBox="1"/>
          <p:nvPr/>
        </p:nvSpPr>
        <p:spPr>
          <a:xfrm>
            <a:off x="7033663" y="3045920"/>
            <a:ext cx="189426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800">
                <a:solidFill>
                  <a:schemeClr val="dk1"/>
                </a:solidFill>
                <a:latin typeface="Georgia"/>
                <a:ea typeface="Georgia"/>
                <a:cs typeface="Georgia"/>
                <a:sym typeface="Georgia"/>
              </a:rPr>
              <a:t>Calculating Home Insurance Premiums Through Climate Risk Assessment</a:t>
            </a:r>
            <a:endParaRPr b="1" sz="3800">
              <a:solidFill>
                <a:schemeClr val="dk1"/>
              </a:solidFill>
              <a:latin typeface="Georgia"/>
              <a:ea typeface="Georgia"/>
              <a:cs typeface="Georgia"/>
              <a:sym typeface="Georgia"/>
            </a:endParaRPr>
          </a:p>
        </p:txBody>
      </p:sp>
      <p:sp>
        <p:nvSpPr>
          <p:cNvPr id="77" name="Google Shape;77;p1"/>
          <p:cNvSpPr/>
          <p:nvPr/>
        </p:nvSpPr>
        <p:spPr>
          <a:xfrm>
            <a:off x="27158550" y="706075"/>
            <a:ext cx="5322300" cy="3128100"/>
          </a:xfrm>
          <a:prstGeom prst="flowChartAlternateProcess">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
          <p:cNvSpPr txBox="1"/>
          <p:nvPr/>
        </p:nvSpPr>
        <p:spPr>
          <a:xfrm>
            <a:off x="947275" y="19793646"/>
            <a:ext cx="7436400" cy="1721700"/>
          </a:xfrm>
          <a:prstGeom prst="rect">
            <a:avLst/>
          </a:prstGeom>
          <a:noFill/>
          <a:ln>
            <a:noFill/>
          </a:ln>
        </p:spPr>
        <p:txBody>
          <a:bodyPr anchorCtr="0" anchor="t" bIns="349450" lIns="349450" spcFirstLastPara="1" rIns="349450" wrap="square" tIns="349450">
            <a:spAutoFit/>
          </a:bodyPr>
          <a:lstStyle/>
          <a:p>
            <a:pPr indent="0" lvl="0" marL="0" marR="0" rtl="0" algn="ctr">
              <a:lnSpc>
                <a:spcPct val="100000"/>
              </a:lnSpc>
              <a:spcBef>
                <a:spcPts val="0"/>
              </a:spcBef>
              <a:spcAft>
                <a:spcPts val="0"/>
              </a:spcAft>
              <a:buClr>
                <a:srgbClr val="000000"/>
              </a:buClr>
              <a:buSzPts val="3400"/>
              <a:buFont typeface="Arial"/>
              <a:buNone/>
            </a:pPr>
            <a:r>
              <a:rPr i="1" lang="en" sz="3300" u="none" cap="none" strike="noStrike">
                <a:solidFill>
                  <a:srgbClr val="000000"/>
                </a:solidFill>
                <a:latin typeface="Georgia"/>
                <a:ea typeface="Georgia"/>
                <a:cs typeface="Georgia"/>
                <a:sym typeface="Georgia"/>
              </a:rPr>
              <a:t>Fig</a:t>
            </a:r>
            <a:r>
              <a:rPr i="1" lang="en" sz="3300">
                <a:latin typeface="Georgia"/>
                <a:ea typeface="Georgia"/>
                <a:cs typeface="Georgia"/>
                <a:sym typeface="Georgia"/>
              </a:rPr>
              <a:t>ure</a:t>
            </a:r>
            <a:r>
              <a:rPr i="1" lang="en" sz="3300" u="none" cap="none" strike="noStrike">
                <a:solidFill>
                  <a:srgbClr val="000000"/>
                </a:solidFill>
                <a:latin typeface="Georgia"/>
                <a:ea typeface="Georgia"/>
                <a:cs typeface="Georgia"/>
                <a:sym typeface="Georgia"/>
              </a:rPr>
              <a:t> </a:t>
            </a:r>
            <a:r>
              <a:rPr i="1" lang="en" sz="3300">
                <a:latin typeface="Georgia"/>
                <a:ea typeface="Georgia"/>
                <a:cs typeface="Georgia"/>
                <a:sym typeface="Georgia"/>
              </a:rPr>
              <a:t>1</a:t>
            </a:r>
            <a:r>
              <a:rPr i="1" lang="en" sz="3300" u="none" cap="none" strike="noStrike">
                <a:solidFill>
                  <a:srgbClr val="000000"/>
                </a:solidFill>
                <a:latin typeface="Georgia"/>
                <a:ea typeface="Georgia"/>
                <a:cs typeface="Georgia"/>
                <a:sym typeface="Georgia"/>
              </a:rPr>
              <a:t>: </a:t>
            </a:r>
            <a:r>
              <a:rPr i="1" lang="en" sz="3300">
                <a:latin typeface="Georgia"/>
                <a:ea typeface="Georgia"/>
                <a:cs typeface="Georgia"/>
                <a:sym typeface="Georgia"/>
              </a:rPr>
              <a:t>Visualizing the Number and Type of Storms by State</a:t>
            </a:r>
            <a:endParaRPr i="1" sz="3300" u="none" cap="none" strike="noStrike">
              <a:solidFill>
                <a:srgbClr val="000000"/>
              </a:solidFill>
              <a:latin typeface="Georgia"/>
              <a:ea typeface="Georgia"/>
              <a:cs typeface="Georgia"/>
              <a:sym typeface="Georgia"/>
            </a:endParaRPr>
          </a:p>
        </p:txBody>
      </p:sp>
      <p:sp>
        <p:nvSpPr>
          <p:cNvPr id="79" name="Google Shape;79;p1"/>
          <p:cNvSpPr txBox="1"/>
          <p:nvPr/>
        </p:nvSpPr>
        <p:spPr>
          <a:xfrm>
            <a:off x="27051150" y="931075"/>
            <a:ext cx="5537100" cy="26781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3600">
                <a:solidFill>
                  <a:schemeClr val="dk1"/>
                </a:solidFill>
                <a:latin typeface="Georgia"/>
                <a:ea typeface="Georgia"/>
                <a:cs typeface="Georgia"/>
                <a:sym typeface="Georgia"/>
              </a:rPr>
              <a:t>Computer</a:t>
            </a:r>
            <a:endParaRPr b="1" sz="3600">
              <a:solidFill>
                <a:schemeClr val="dk1"/>
              </a:solidFill>
              <a:latin typeface="Georgia"/>
              <a:ea typeface="Georgia"/>
              <a:cs typeface="Georgia"/>
              <a:sym typeface="Georgia"/>
            </a:endParaRPr>
          </a:p>
          <a:p>
            <a:pPr indent="0" lvl="0" marL="0" rtl="0" algn="ctr">
              <a:lnSpc>
                <a:spcPct val="150000"/>
              </a:lnSpc>
              <a:spcBef>
                <a:spcPts val="0"/>
              </a:spcBef>
              <a:spcAft>
                <a:spcPts val="0"/>
              </a:spcAft>
              <a:buNone/>
            </a:pPr>
            <a:r>
              <a:rPr b="1" lang="en" sz="3600">
                <a:solidFill>
                  <a:schemeClr val="dk1"/>
                </a:solidFill>
                <a:latin typeface="Georgia"/>
                <a:ea typeface="Georgia"/>
                <a:cs typeface="Georgia"/>
                <a:sym typeface="Georgia"/>
              </a:rPr>
              <a:t>Systems Lab</a:t>
            </a:r>
            <a:endParaRPr b="1" sz="3600">
              <a:solidFill>
                <a:schemeClr val="dk1"/>
              </a:solidFill>
              <a:latin typeface="Georgia"/>
              <a:ea typeface="Georgia"/>
              <a:cs typeface="Georgia"/>
              <a:sym typeface="Georgia"/>
            </a:endParaRPr>
          </a:p>
          <a:p>
            <a:pPr indent="0" lvl="0" marL="0" rtl="0" algn="ctr">
              <a:lnSpc>
                <a:spcPct val="100000"/>
              </a:lnSpc>
              <a:spcBef>
                <a:spcPts val="0"/>
              </a:spcBef>
              <a:spcAft>
                <a:spcPts val="0"/>
              </a:spcAft>
              <a:buNone/>
            </a:pPr>
            <a:r>
              <a:rPr b="1" lang="en" sz="3600">
                <a:solidFill>
                  <a:schemeClr val="dk1"/>
                </a:solidFill>
                <a:latin typeface="Georgia"/>
                <a:ea typeface="Georgia"/>
                <a:cs typeface="Georgia"/>
                <a:sym typeface="Georgia"/>
              </a:rPr>
              <a:t>Dr. Torbert &amp;</a:t>
            </a:r>
            <a:endParaRPr b="1" sz="3600">
              <a:solidFill>
                <a:schemeClr val="dk1"/>
              </a:solidFill>
              <a:latin typeface="Georgia"/>
              <a:ea typeface="Georgia"/>
              <a:cs typeface="Georgia"/>
              <a:sym typeface="Georgia"/>
            </a:endParaRPr>
          </a:p>
          <a:p>
            <a:pPr indent="0" lvl="0" marL="0" rtl="0" algn="ctr">
              <a:lnSpc>
                <a:spcPct val="100000"/>
              </a:lnSpc>
              <a:spcBef>
                <a:spcPts val="0"/>
              </a:spcBef>
              <a:spcAft>
                <a:spcPts val="0"/>
              </a:spcAft>
              <a:buNone/>
            </a:pPr>
            <a:r>
              <a:rPr b="1" lang="en" sz="3600">
                <a:solidFill>
                  <a:schemeClr val="dk1"/>
                </a:solidFill>
                <a:latin typeface="Georgia"/>
                <a:ea typeface="Georgia"/>
                <a:cs typeface="Georgia"/>
                <a:sym typeface="Georgia"/>
              </a:rPr>
              <a:t>Dr. Yilmaz</a:t>
            </a:r>
            <a:endParaRPr b="1" sz="3600">
              <a:solidFill>
                <a:schemeClr val="dk1"/>
              </a:solidFill>
              <a:latin typeface="Georgia"/>
              <a:ea typeface="Georgia"/>
              <a:cs typeface="Georgia"/>
              <a:sym typeface="Georgia"/>
            </a:endParaRPr>
          </a:p>
        </p:txBody>
      </p:sp>
      <p:sp>
        <p:nvSpPr>
          <p:cNvPr id="80" name="Google Shape;80;p1"/>
          <p:cNvSpPr txBox="1"/>
          <p:nvPr/>
        </p:nvSpPr>
        <p:spPr>
          <a:xfrm>
            <a:off x="588849" y="931075"/>
            <a:ext cx="4938900" cy="2678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chemeClr val="dk1"/>
                </a:solidFill>
                <a:latin typeface="Georgia"/>
                <a:ea typeface="Georgia"/>
                <a:cs typeface="Georgia"/>
                <a:sym typeface="Georgia"/>
              </a:rPr>
              <a:t>Dhruv Chandna &amp;</a:t>
            </a:r>
            <a:endParaRPr b="1" sz="3600">
              <a:solidFill>
                <a:schemeClr val="dk1"/>
              </a:solidFill>
              <a:latin typeface="Georgia"/>
              <a:ea typeface="Georgia"/>
              <a:cs typeface="Georgia"/>
              <a:sym typeface="Georgia"/>
            </a:endParaRPr>
          </a:p>
          <a:p>
            <a:pPr indent="0" lvl="0" marL="0" rtl="0" algn="ctr">
              <a:lnSpc>
                <a:spcPct val="150000"/>
              </a:lnSpc>
              <a:spcBef>
                <a:spcPts val="0"/>
              </a:spcBef>
              <a:spcAft>
                <a:spcPts val="0"/>
              </a:spcAft>
              <a:buNone/>
            </a:pPr>
            <a:r>
              <a:rPr b="1" lang="en" sz="3600">
                <a:solidFill>
                  <a:schemeClr val="dk1"/>
                </a:solidFill>
                <a:latin typeface="Georgia"/>
                <a:ea typeface="Georgia"/>
                <a:cs typeface="Georgia"/>
                <a:sym typeface="Georgia"/>
              </a:rPr>
              <a:t>Luke Flecker</a:t>
            </a:r>
            <a:endParaRPr b="1" sz="3600">
              <a:solidFill>
                <a:schemeClr val="dk1"/>
              </a:solidFill>
              <a:latin typeface="Georgia"/>
              <a:ea typeface="Georgia"/>
              <a:cs typeface="Georgia"/>
              <a:sym typeface="Georgia"/>
            </a:endParaRPr>
          </a:p>
          <a:p>
            <a:pPr indent="0" lvl="0" marL="0" rtl="0" algn="ctr">
              <a:spcBef>
                <a:spcPts val="0"/>
              </a:spcBef>
              <a:spcAft>
                <a:spcPts val="0"/>
              </a:spcAft>
              <a:buNone/>
            </a:pPr>
            <a:r>
              <a:rPr b="1" lang="en" sz="3600">
                <a:solidFill>
                  <a:schemeClr val="dk1"/>
                </a:solidFill>
                <a:latin typeface="Georgia"/>
                <a:ea typeface="Georgia"/>
                <a:cs typeface="Georgia"/>
                <a:sym typeface="Georgia"/>
              </a:rPr>
              <a:t>TJHSST</a:t>
            </a:r>
            <a:endParaRPr b="1" sz="3600">
              <a:solidFill>
                <a:schemeClr val="dk1"/>
              </a:solidFill>
              <a:latin typeface="Georgia"/>
              <a:ea typeface="Georgia"/>
              <a:cs typeface="Georgia"/>
              <a:sym typeface="Georgia"/>
            </a:endParaRPr>
          </a:p>
          <a:p>
            <a:pPr indent="0" lvl="0" marL="0" rtl="0" algn="ctr">
              <a:spcBef>
                <a:spcPts val="0"/>
              </a:spcBef>
              <a:spcAft>
                <a:spcPts val="0"/>
              </a:spcAft>
              <a:buNone/>
            </a:pPr>
            <a:r>
              <a:rPr b="1" lang="en" sz="3600">
                <a:solidFill>
                  <a:schemeClr val="dk1"/>
                </a:solidFill>
                <a:latin typeface="Georgia"/>
                <a:ea typeface="Georgia"/>
                <a:cs typeface="Georgia"/>
                <a:sym typeface="Georgia"/>
              </a:rPr>
              <a:t>Class of 2025</a:t>
            </a:r>
            <a:endParaRPr b="1" sz="3600">
              <a:solidFill>
                <a:schemeClr val="dk1"/>
              </a:solidFill>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